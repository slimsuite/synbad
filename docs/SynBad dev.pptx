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"/>
  </p:notesMasterIdLst>
  <p:sldIdLst>
    <p:sldId id="259" r:id="rId2"/>
    <p:sldId id="262" r:id="rId3"/>
    <p:sldId id="260" r:id="rId4"/>
    <p:sldId id="261" r:id="rId5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FD2"/>
    <a:srgbClr val="EDD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DD0B88-750F-5648-B136-658DE2D467BF}" v="109" dt="2021-04-28T06:15:27.7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556"/>
    <p:restoredTop sz="94690"/>
  </p:normalViewPr>
  <p:slideViewPr>
    <p:cSldViewPr snapToGrid="0" snapToObjects="1">
      <p:cViewPr>
        <p:scale>
          <a:sx n="219" d="100"/>
          <a:sy n="219" d="100"/>
        </p:scale>
        <p:origin x="4464" y="-9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ard Edwards" userId="b3b31591-56be-4698-ab62-08e15d500d26" providerId="ADAL" clId="{B5DD0B88-750F-5648-B136-658DE2D467BF}"/>
    <pc:docChg chg="undo custSel addSld modSld">
      <pc:chgData name="Richard Edwards" userId="b3b31591-56be-4698-ab62-08e15d500d26" providerId="ADAL" clId="{B5DD0B88-750F-5648-B136-658DE2D467BF}" dt="2021-04-28T06:15:31.884" v="1315" actId="20577"/>
      <pc:docMkLst>
        <pc:docMk/>
      </pc:docMkLst>
      <pc:sldChg chg="addSp modSp mod">
        <pc:chgData name="Richard Edwards" userId="b3b31591-56be-4698-ab62-08e15d500d26" providerId="ADAL" clId="{B5DD0B88-750F-5648-B136-658DE2D467BF}" dt="2021-04-23T04:08:39.862" v="14" actId="20577"/>
        <pc:sldMkLst>
          <pc:docMk/>
          <pc:sldMk cId="2610403152" sldId="260"/>
        </pc:sldMkLst>
        <pc:spChg chg="add mod">
          <ac:chgData name="Richard Edwards" userId="b3b31591-56be-4698-ab62-08e15d500d26" providerId="ADAL" clId="{B5DD0B88-750F-5648-B136-658DE2D467BF}" dt="2021-04-23T04:08:36.926" v="12" actId="1076"/>
          <ac:spMkLst>
            <pc:docMk/>
            <pc:sldMk cId="2610403152" sldId="260"/>
            <ac:spMk id="2" creationId="{0D79C80F-7A49-1843-B837-851BD10C24A2}"/>
          </ac:spMkLst>
        </pc:spChg>
        <pc:spChg chg="add mod">
          <ac:chgData name="Richard Edwards" userId="b3b31591-56be-4698-ab62-08e15d500d26" providerId="ADAL" clId="{B5DD0B88-750F-5648-B136-658DE2D467BF}" dt="2021-04-23T04:07:15.621" v="0"/>
          <ac:spMkLst>
            <pc:docMk/>
            <pc:sldMk cId="2610403152" sldId="260"/>
            <ac:spMk id="43" creationId="{50AEC4A0-45EE-DE45-B896-C89F02589202}"/>
          </ac:spMkLst>
        </pc:spChg>
        <pc:spChg chg="add mod">
          <ac:chgData name="Richard Edwards" userId="b3b31591-56be-4698-ab62-08e15d500d26" providerId="ADAL" clId="{B5DD0B88-750F-5648-B136-658DE2D467BF}" dt="2021-04-23T04:08:39.862" v="14" actId="20577"/>
          <ac:spMkLst>
            <pc:docMk/>
            <pc:sldMk cId="2610403152" sldId="260"/>
            <ac:spMk id="46" creationId="{2BFF4770-30F9-DB40-86A5-2E898C3DF766}"/>
          </ac:spMkLst>
        </pc:spChg>
      </pc:sldChg>
      <pc:sldChg chg="addSp delSp modSp add mod">
        <pc:chgData name="Richard Edwards" userId="b3b31591-56be-4698-ab62-08e15d500d26" providerId="ADAL" clId="{B5DD0B88-750F-5648-B136-658DE2D467BF}" dt="2021-04-28T06:15:31.884" v="1315" actId="20577"/>
        <pc:sldMkLst>
          <pc:docMk/>
          <pc:sldMk cId="1189910763" sldId="261"/>
        </pc:sldMkLst>
        <pc:spChg chg="mod">
          <ac:chgData name="Richard Edwards" userId="b3b31591-56be-4698-ab62-08e15d500d26" providerId="ADAL" clId="{B5DD0B88-750F-5648-B136-658DE2D467BF}" dt="2021-04-23T04:19:35.580" v="154" actId="1076"/>
          <ac:spMkLst>
            <pc:docMk/>
            <pc:sldMk cId="1189910763" sldId="261"/>
            <ac:spMk id="2" creationId="{0D79C80F-7A49-1843-B837-851BD10C24A2}"/>
          </ac:spMkLst>
        </pc:spChg>
        <pc:spChg chg="mod">
          <ac:chgData name="Richard Edwards" userId="b3b31591-56be-4698-ab62-08e15d500d26" providerId="ADAL" clId="{B5DD0B88-750F-5648-B136-658DE2D467BF}" dt="2021-04-23T04:09:42.894" v="19" actId="207"/>
          <ac:spMkLst>
            <pc:docMk/>
            <pc:sldMk cId="1189910763" sldId="261"/>
            <ac:spMk id="4" creationId="{833990CE-598A-324B-A11C-E30650DBC435}"/>
          </ac:spMkLst>
        </pc:spChg>
        <pc:spChg chg="mod">
          <ac:chgData name="Richard Edwards" userId="b3b31591-56be-4698-ab62-08e15d500d26" providerId="ADAL" clId="{B5DD0B88-750F-5648-B136-658DE2D467BF}" dt="2021-04-23T04:09:42.894" v="19" actId="207"/>
          <ac:spMkLst>
            <pc:docMk/>
            <pc:sldMk cId="1189910763" sldId="261"/>
            <ac:spMk id="5" creationId="{2FEC6F68-DEC3-B540-A6B9-CDF3B9F4F97B}"/>
          </ac:spMkLst>
        </pc:spChg>
        <pc:spChg chg="mod">
          <ac:chgData name="Richard Edwards" userId="b3b31591-56be-4698-ab62-08e15d500d26" providerId="ADAL" clId="{B5DD0B88-750F-5648-B136-658DE2D467BF}" dt="2021-04-23T04:09:42.894" v="19" actId="207"/>
          <ac:spMkLst>
            <pc:docMk/>
            <pc:sldMk cId="1189910763" sldId="261"/>
            <ac:spMk id="6" creationId="{49245AF6-B5B6-364F-AFC4-D0D9A82372C6}"/>
          </ac:spMkLst>
        </pc:spChg>
        <pc:spChg chg="mod">
          <ac:chgData name="Richard Edwards" userId="b3b31591-56be-4698-ab62-08e15d500d26" providerId="ADAL" clId="{B5DD0B88-750F-5648-B136-658DE2D467BF}" dt="2021-04-23T04:09:42.894" v="19" actId="207"/>
          <ac:spMkLst>
            <pc:docMk/>
            <pc:sldMk cId="1189910763" sldId="261"/>
            <ac:spMk id="7" creationId="{7DB6AC63-3015-FC44-B55F-79479ABC5FCF}"/>
          </ac:spMkLst>
        </pc:spChg>
        <pc:spChg chg="mod">
          <ac:chgData name="Richard Edwards" userId="b3b31591-56be-4698-ab62-08e15d500d26" providerId="ADAL" clId="{B5DD0B88-750F-5648-B136-658DE2D467BF}" dt="2021-04-23T04:09:42.894" v="19" actId="207"/>
          <ac:spMkLst>
            <pc:docMk/>
            <pc:sldMk cId="1189910763" sldId="261"/>
            <ac:spMk id="8" creationId="{66B15D19-16B6-CF47-9744-C74863975E28}"/>
          </ac:spMkLst>
        </pc:spChg>
        <pc:spChg chg="mod">
          <ac:chgData name="Richard Edwards" userId="b3b31591-56be-4698-ab62-08e15d500d26" providerId="ADAL" clId="{B5DD0B88-750F-5648-B136-658DE2D467BF}" dt="2021-04-23T04:09:42.894" v="19" actId="207"/>
          <ac:spMkLst>
            <pc:docMk/>
            <pc:sldMk cId="1189910763" sldId="261"/>
            <ac:spMk id="9" creationId="{58032006-6987-5D44-97FB-AC8D387C60C3}"/>
          </ac:spMkLst>
        </pc:spChg>
        <pc:spChg chg="mod">
          <ac:chgData name="Richard Edwards" userId="b3b31591-56be-4698-ab62-08e15d500d26" providerId="ADAL" clId="{B5DD0B88-750F-5648-B136-658DE2D467BF}" dt="2021-04-23T04:09:42.894" v="19" actId="207"/>
          <ac:spMkLst>
            <pc:docMk/>
            <pc:sldMk cId="1189910763" sldId="261"/>
            <ac:spMk id="10" creationId="{DD48C37C-4264-6940-AD02-5A96C535645F}"/>
          </ac:spMkLst>
        </pc:spChg>
        <pc:spChg chg="mod">
          <ac:chgData name="Richard Edwards" userId="b3b31591-56be-4698-ab62-08e15d500d26" providerId="ADAL" clId="{B5DD0B88-750F-5648-B136-658DE2D467BF}" dt="2021-04-23T04:09:42.894" v="19" actId="207"/>
          <ac:spMkLst>
            <pc:docMk/>
            <pc:sldMk cId="1189910763" sldId="261"/>
            <ac:spMk id="11" creationId="{2CA11970-C76E-2F45-A2BA-90957D340F43}"/>
          </ac:spMkLst>
        </pc:spChg>
        <pc:spChg chg="mod">
          <ac:chgData name="Richard Edwards" userId="b3b31591-56be-4698-ab62-08e15d500d26" providerId="ADAL" clId="{B5DD0B88-750F-5648-B136-658DE2D467BF}" dt="2021-04-23T04:09:42.894" v="19" actId="207"/>
          <ac:spMkLst>
            <pc:docMk/>
            <pc:sldMk cId="1189910763" sldId="261"/>
            <ac:spMk id="12" creationId="{63E04FB0-3E20-DA47-BF83-F180F8650011}"/>
          </ac:spMkLst>
        </pc:spChg>
        <pc:spChg chg="mod">
          <ac:chgData name="Richard Edwards" userId="b3b31591-56be-4698-ab62-08e15d500d26" providerId="ADAL" clId="{B5DD0B88-750F-5648-B136-658DE2D467BF}" dt="2021-04-23T04:09:42.894" v="19" actId="207"/>
          <ac:spMkLst>
            <pc:docMk/>
            <pc:sldMk cId="1189910763" sldId="261"/>
            <ac:spMk id="13" creationId="{4F47A4CD-0F22-0B4B-9AC7-1FD4F8C94B61}"/>
          </ac:spMkLst>
        </pc:spChg>
        <pc:spChg chg="mod">
          <ac:chgData name="Richard Edwards" userId="b3b31591-56be-4698-ab62-08e15d500d26" providerId="ADAL" clId="{B5DD0B88-750F-5648-B136-658DE2D467BF}" dt="2021-04-23T04:09:42.894" v="19" actId="207"/>
          <ac:spMkLst>
            <pc:docMk/>
            <pc:sldMk cId="1189910763" sldId="261"/>
            <ac:spMk id="14" creationId="{EDE3FDDA-41CF-4F40-AA80-B841588BEB4B}"/>
          </ac:spMkLst>
        </pc:spChg>
        <pc:spChg chg="mod">
          <ac:chgData name="Richard Edwards" userId="b3b31591-56be-4698-ab62-08e15d500d26" providerId="ADAL" clId="{B5DD0B88-750F-5648-B136-658DE2D467BF}" dt="2021-04-23T04:09:42.894" v="19" actId="207"/>
          <ac:spMkLst>
            <pc:docMk/>
            <pc:sldMk cId="1189910763" sldId="261"/>
            <ac:spMk id="15" creationId="{CA35F023-5B4F-1F47-BBF3-F6F2ED640679}"/>
          </ac:spMkLst>
        </pc:spChg>
        <pc:spChg chg="mod">
          <ac:chgData name="Richard Edwards" userId="b3b31591-56be-4698-ab62-08e15d500d26" providerId="ADAL" clId="{B5DD0B88-750F-5648-B136-658DE2D467BF}" dt="2021-04-23T04:09:42.894" v="19" actId="207"/>
          <ac:spMkLst>
            <pc:docMk/>
            <pc:sldMk cId="1189910763" sldId="261"/>
            <ac:spMk id="16" creationId="{B85FA31F-4133-FA46-BFEC-B0462B525197}"/>
          </ac:spMkLst>
        </pc:spChg>
        <pc:spChg chg="mod">
          <ac:chgData name="Richard Edwards" userId="b3b31591-56be-4698-ab62-08e15d500d26" providerId="ADAL" clId="{B5DD0B88-750F-5648-B136-658DE2D467BF}" dt="2021-04-23T04:09:42.894" v="19" actId="207"/>
          <ac:spMkLst>
            <pc:docMk/>
            <pc:sldMk cId="1189910763" sldId="261"/>
            <ac:spMk id="17" creationId="{E1BECD8F-F75B-3F41-8C17-BD87A4967C32}"/>
          </ac:spMkLst>
        </pc:spChg>
        <pc:spChg chg="mod">
          <ac:chgData name="Richard Edwards" userId="b3b31591-56be-4698-ab62-08e15d500d26" providerId="ADAL" clId="{B5DD0B88-750F-5648-B136-658DE2D467BF}" dt="2021-04-23T04:09:42.894" v="19" actId="207"/>
          <ac:spMkLst>
            <pc:docMk/>
            <pc:sldMk cId="1189910763" sldId="261"/>
            <ac:spMk id="18" creationId="{7E5B066A-9FE6-3746-A806-BB02E36BFF4A}"/>
          </ac:spMkLst>
        </pc:spChg>
        <pc:spChg chg="mod">
          <ac:chgData name="Richard Edwards" userId="b3b31591-56be-4698-ab62-08e15d500d26" providerId="ADAL" clId="{B5DD0B88-750F-5648-B136-658DE2D467BF}" dt="2021-04-23T04:09:42.894" v="19" actId="207"/>
          <ac:spMkLst>
            <pc:docMk/>
            <pc:sldMk cId="1189910763" sldId="261"/>
            <ac:spMk id="19" creationId="{CA68B73D-023B-3F4B-BCA7-DCFC85AECF9E}"/>
          </ac:spMkLst>
        </pc:spChg>
        <pc:spChg chg="mod">
          <ac:chgData name="Richard Edwards" userId="b3b31591-56be-4698-ab62-08e15d500d26" providerId="ADAL" clId="{B5DD0B88-750F-5648-B136-658DE2D467BF}" dt="2021-04-23T04:09:42.894" v="19" actId="207"/>
          <ac:spMkLst>
            <pc:docMk/>
            <pc:sldMk cId="1189910763" sldId="261"/>
            <ac:spMk id="20" creationId="{5A0F4E40-8378-1946-9834-3971FAD09599}"/>
          </ac:spMkLst>
        </pc:spChg>
        <pc:spChg chg="mod">
          <ac:chgData name="Richard Edwards" userId="b3b31591-56be-4698-ab62-08e15d500d26" providerId="ADAL" clId="{B5DD0B88-750F-5648-B136-658DE2D467BF}" dt="2021-04-23T04:09:42.894" v="19" actId="207"/>
          <ac:spMkLst>
            <pc:docMk/>
            <pc:sldMk cId="1189910763" sldId="261"/>
            <ac:spMk id="21" creationId="{5FC569E9-D131-274B-A371-A729B17439B5}"/>
          </ac:spMkLst>
        </pc:spChg>
        <pc:spChg chg="mod">
          <ac:chgData name="Richard Edwards" userId="b3b31591-56be-4698-ab62-08e15d500d26" providerId="ADAL" clId="{B5DD0B88-750F-5648-B136-658DE2D467BF}" dt="2021-04-23T04:09:42.894" v="19" actId="207"/>
          <ac:spMkLst>
            <pc:docMk/>
            <pc:sldMk cId="1189910763" sldId="261"/>
            <ac:spMk id="22" creationId="{D7F71C05-389C-1C45-ACB5-09AF075305F6}"/>
          </ac:spMkLst>
        </pc:spChg>
        <pc:spChg chg="mod">
          <ac:chgData name="Richard Edwards" userId="b3b31591-56be-4698-ab62-08e15d500d26" providerId="ADAL" clId="{B5DD0B88-750F-5648-B136-658DE2D467BF}" dt="2021-04-23T04:09:42.894" v="19" actId="207"/>
          <ac:spMkLst>
            <pc:docMk/>
            <pc:sldMk cId="1189910763" sldId="261"/>
            <ac:spMk id="23" creationId="{8BECA5AB-6D46-A84A-8A42-CA477F8F4B52}"/>
          </ac:spMkLst>
        </pc:spChg>
        <pc:spChg chg="add mod">
          <ac:chgData name="Richard Edwards" userId="b3b31591-56be-4698-ab62-08e15d500d26" providerId="ADAL" clId="{B5DD0B88-750F-5648-B136-658DE2D467BF}" dt="2021-04-23T04:19:04.891" v="130" actId="1076"/>
          <ac:spMkLst>
            <pc:docMk/>
            <pc:sldMk cId="1189910763" sldId="261"/>
            <ac:spMk id="24" creationId="{13A21873-6DA6-044F-83EB-D185310E9ECE}"/>
          </ac:spMkLst>
        </pc:spChg>
        <pc:spChg chg="mod">
          <ac:chgData name="Richard Edwards" userId="b3b31591-56be-4698-ab62-08e15d500d26" providerId="ADAL" clId="{B5DD0B88-750F-5648-B136-658DE2D467BF}" dt="2021-04-23T04:40:11.518" v="174" actId="1076"/>
          <ac:spMkLst>
            <pc:docMk/>
            <pc:sldMk cId="1189910763" sldId="261"/>
            <ac:spMk id="43" creationId="{50AEC4A0-45EE-DE45-B896-C89F02589202}"/>
          </ac:spMkLst>
        </pc:spChg>
        <pc:spChg chg="mod">
          <ac:chgData name="Richard Edwards" userId="b3b31591-56be-4698-ab62-08e15d500d26" providerId="ADAL" clId="{B5DD0B88-750F-5648-B136-658DE2D467BF}" dt="2021-04-23T04:19:35.580" v="154" actId="1076"/>
          <ac:spMkLst>
            <pc:docMk/>
            <pc:sldMk cId="1189910763" sldId="261"/>
            <ac:spMk id="46" creationId="{2BFF4770-30F9-DB40-86A5-2E898C3DF766}"/>
          </ac:spMkLst>
        </pc:spChg>
        <pc:spChg chg="add mod">
          <ac:chgData name="Richard Edwards" userId="b3b31591-56be-4698-ab62-08e15d500d26" providerId="ADAL" clId="{B5DD0B88-750F-5648-B136-658DE2D467BF}" dt="2021-04-23T04:19:24.574" v="153" actId="20577"/>
          <ac:spMkLst>
            <pc:docMk/>
            <pc:sldMk cId="1189910763" sldId="261"/>
            <ac:spMk id="47" creationId="{56CB6EE8-652E-294C-84AF-AE7C8EA633B4}"/>
          </ac:spMkLst>
        </pc:spChg>
        <pc:spChg chg="add mod">
          <ac:chgData name="Richard Edwards" userId="b3b31591-56be-4698-ab62-08e15d500d26" providerId="ADAL" clId="{B5DD0B88-750F-5648-B136-658DE2D467BF}" dt="2021-04-23T04:12:30.358" v="21" actId="1076"/>
          <ac:spMkLst>
            <pc:docMk/>
            <pc:sldMk cId="1189910763" sldId="261"/>
            <ac:spMk id="49" creationId="{A8C72AC7-BA98-1F4E-B5CA-530A5BB9E7CE}"/>
          </ac:spMkLst>
        </pc:spChg>
        <pc:spChg chg="add mod">
          <ac:chgData name="Richard Edwards" userId="b3b31591-56be-4698-ab62-08e15d500d26" providerId="ADAL" clId="{B5DD0B88-750F-5648-B136-658DE2D467BF}" dt="2021-04-23T04:12:30.358" v="21" actId="1076"/>
          <ac:spMkLst>
            <pc:docMk/>
            <pc:sldMk cId="1189910763" sldId="261"/>
            <ac:spMk id="50" creationId="{05DB0A12-DBC1-3340-9776-8F9233023145}"/>
          </ac:spMkLst>
        </pc:spChg>
        <pc:spChg chg="add mod">
          <ac:chgData name="Richard Edwards" userId="b3b31591-56be-4698-ab62-08e15d500d26" providerId="ADAL" clId="{B5DD0B88-750F-5648-B136-658DE2D467BF}" dt="2021-04-23T05:23:31.750" v="213" actId="1076"/>
          <ac:spMkLst>
            <pc:docMk/>
            <pc:sldMk cId="1189910763" sldId="261"/>
            <ac:spMk id="52" creationId="{39D1779E-A6FC-A446-90EF-2D8BE8594EE8}"/>
          </ac:spMkLst>
        </pc:spChg>
        <pc:spChg chg="add mod">
          <ac:chgData name="Richard Edwards" userId="b3b31591-56be-4698-ab62-08e15d500d26" providerId="ADAL" clId="{B5DD0B88-750F-5648-B136-658DE2D467BF}" dt="2021-04-23T04:13:13.678" v="49" actId="20577"/>
          <ac:spMkLst>
            <pc:docMk/>
            <pc:sldMk cId="1189910763" sldId="261"/>
            <ac:spMk id="53" creationId="{2B6DF7FE-FD9B-4144-B66F-106D60A99CC1}"/>
          </ac:spMkLst>
        </pc:spChg>
        <pc:spChg chg="add mod">
          <ac:chgData name="Richard Edwards" userId="b3b31591-56be-4698-ab62-08e15d500d26" providerId="ADAL" clId="{B5DD0B88-750F-5648-B136-658DE2D467BF}" dt="2021-04-23T04:13:40.737" v="52" actId="1076"/>
          <ac:spMkLst>
            <pc:docMk/>
            <pc:sldMk cId="1189910763" sldId="261"/>
            <ac:spMk id="55" creationId="{A07EDF48-DD32-2C46-B148-4F7649822EC6}"/>
          </ac:spMkLst>
        </pc:spChg>
        <pc:spChg chg="add mod">
          <ac:chgData name="Richard Edwards" userId="b3b31591-56be-4698-ab62-08e15d500d26" providerId="ADAL" clId="{B5DD0B88-750F-5648-B136-658DE2D467BF}" dt="2021-04-28T02:14:48.327" v="1034" actId="1076"/>
          <ac:spMkLst>
            <pc:docMk/>
            <pc:sldMk cId="1189910763" sldId="261"/>
            <ac:spMk id="56" creationId="{57237C08-3423-614C-914E-B508D7E1A6A0}"/>
          </ac:spMkLst>
        </pc:spChg>
        <pc:spChg chg="add mod">
          <ac:chgData name="Richard Edwards" userId="b3b31591-56be-4698-ab62-08e15d500d26" providerId="ADAL" clId="{B5DD0B88-750F-5648-B136-658DE2D467BF}" dt="2021-04-23T04:13:48.384" v="57" actId="20577"/>
          <ac:spMkLst>
            <pc:docMk/>
            <pc:sldMk cId="1189910763" sldId="261"/>
            <ac:spMk id="58" creationId="{608F4156-FD9F-0E42-AC52-B2F9DE9DD31D}"/>
          </ac:spMkLst>
        </pc:spChg>
        <pc:spChg chg="add mod">
          <ac:chgData name="Richard Edwards" userId="b3b31591-56be-4698-ab62-08e15d500d26" providerId="ADAL" clId="{B5DD0B88-750F-5648-B136-658DE2D467BF}" dt="2021-04-28T02:14:48.327" v="1034" actId="1076"/>
          <ac:spMkLst>
            <pc:docMk/>
            <pc:sldMk cId="1189910763" sldId="261"/>
            <ac:spMk id="59" creationId="{06E7463F-ED7E-1943-8A99-E157CDAAE2B4}"/>
          </ac:spMkLst>
        </pc:spChg>
        <pc:spChg chg="add del mod">
          <ac:chgData name="Richard Edwards" userId="b3b31591-56be-4698-ab62-08e15d500d26" providerId="ADAL" clId="{B5DD0B88-750F-5648-B136-658DE2D467BF}" dt="2021-04-23T04:14:43.740" v="69" actId="478"/>
          <ac:spMkLst>
            <pc:docMk/>
            <pc:sldMk cId="1189910763" sldId="261"/>
            <ac:spMk id="60" creationId="{BAF24DF2-F402-864E-A603-21A209ABEF46}"/>
          </ac:spMkLst>
        </pc:spChg>
        <pc:spChg chg="add mod">
          <ac:chgData name="Richard Edwards" userId="b3b31591-56be-4698-ab62-08e15d500d26" providerId="ADAL" clId="{B5DD0B88-750F-5648-B136-658DE2D467BF}" dt="2021-04-23T04:19:04.891" v="130" actId="1076"/>
          <ac:spMkLst>
            <pc:docMk/>
            <pc:sldMk cId="1189910763" sldId="261"/>
            <ac:spMk id="62" creationId="{3C4F9342-0CA3-104B-A79C-468D400CCF7F}"/>
          </ac:spMkLst>
        </pc:spChg>
        <pc:spChg chg="add mod">
          <ac:chgData name="Richard Edwards" userId="b3b31591-56be-4698-ab62-08e15d500d26" providerId="ADAL" clId="{B5DD0B88-750F-5648-B136-658DE2D467BF}" dt="2021-04-23T04:20:12.108" v="159" actId="1076"/>
          <ac:spMkLst>
            <pc:docMk/>
            <pc:sldMk cId="1189910763" sldId="261"/>
            <ac:spMk id="63" creationId="{5BC24889-E853-4E48-9511-BEFC6A284D2B}"/>
          </ac:spMkLst>
        </pc:spChg>
        <pc:spChg chg="add mod">
          <ac:chgData name="Richard Edwards" userId="b3b31591-56be-4698-ab62-08e15d500d26" providerId="ADAL" clId="{B5DD0B88-750F-5648-B136-658DE2D467BF}" dt="2021-04-23T04:19:35.580" v="154" actId="1076"/>
          <ac:spMkLst>
            <pc:docMk/>
            <pc:sldMk cId="1189910763" sldId="261"/>
            <ac:spMk id="69" creationId="{2F20412E-9477-2F49-AB2C-D43787360303}"/>
          </ac:spMkLst>
        </pc:spChg>
        <pc:spChg chg="add mod">
          <ac:chgData name="Richard Edwards" userId="b3b31591-56be-4698-ab62-08e15d500d26" providerId="ADAL" clId="{B5DD0B88-750F-5648-B136-658DE2D467BF}" dt="2021-04-23T04:19:35.580" v="154" actId="1076"/>
          <ac:spMkLst>
            <pc:docMk/>
            <pc:sldMk cId="1189910763" sldId="261"/>
            <ac:spMk id="70" creationId="{73FF061A-B143-B949-81BB-1FF3DCF2768E}"/>
          </ac:spMkLst>
        </pc:spChg>
        <pc:spChg chg="add del mod">
          <ac:chgData name="Richard Edwards" userId="b3b31591-56be-4698-ab62-08e15d500d26" providerId="ADAL" clId="{B5DD0B88-750F-5648-B136-658DE2D467BF}" dt="2021-04-23T04:39:31.589" v="165" actId="767"/>
          <ac:spMkLst>
            <pc:docMk/>
            <pc:sldMk cId="1189910763" sldId="261"/>
            <ac:spMk id="71" creationId="{5754F2CC-89A7-C54F-A215-F5AB3C4F7AC3}"/>
          </ac:spMkLst>
        </pc:spChg>
        <pc:spChg chg="add mod">
          <ac:chgData name="Richard Edwards" userId="b3b31591-56be-4698-ab62-08e15d500d26" providerId="ADAL" clId="{B5DD0B88-750F-5648-B136-658DE2D467BF}" dt="2021-04-28T00:49:35.089" v="642" actId="20577"/>
          <ac:spMkLst>
            <pc:docMk/>
            <pc:sldMk cId="1189910763" sldId="261"/>
            <ac:spMk id="77" creationId="{19BDBB4C-F07F-2F4C-B7DA-51F04094F995}"/>
          </ac:spMkLst>
        </pc:spChg>
        <pc:spChg chg="add mod">
          <ac:chgData name="Richard Edwards" userId="b3b31591-56be-4698-ab62-08e15d500d26" providerId="ADAL" clId="{B5DD0B88-750F-5648-B136-658DE2D467BF}" dt="2021-04-23T05:17:21.602" v="201" actId="14100"/>
          <ac:spMkLst>
            <pc:docMk/>
            <pc:sldMk cId="1189910763" sldId="261"/>
            <ac:spMk id="83" creationId="{F933CED9-743C-7C47-A0CD-0C14FC5F2A89}"/>
          </ac:spMkLst>
        </pc:spChg>
        <pc:spChg chg="add mod">
          <ac:chgData name="Richard Edwards" userId="b3b31591-56be-4698-ab62-08e15d500d26" providerId="ADAL" clId="{B5DD0B88-750F-5648-B136-658DE2D467BF}" dt="2021-04-23T05:16:55.418" v="191" actId="20577"/>
          <ac:spMkLst>
            <pc:docMk/>
            <pc:sldMk cId="1189910763" sldId="261"/>
            <ac:spMk id="85" creationId="{51790CAF-AECA-4849-A7A3-56B80CDBF335}"/>
          </ac:spMkLst>
        </pc:spChg>
        <pc:spChg chg="mod">
          <ac:chgData name="Richard Edwards" userId="b3b31591-56be-4698-ab62-08e15d500d26" providerId="ADAL" clId="{B5DD0B88-750F-5648-B136-658DE2D467BF}" dt="2021-04-23T04:09:42.894" v="19" actId="207"/>
          <ac:spMkLst>
            <pc:docMk/>
            <pc:sldMk cId="1189910763" sldId="261"/>
            <ac:spMk id="86" creationId="{ADCBF641-B9F9-0D46-8612-3D3B8BC96078}"/>
          </ac:spMkLst>
        </pc:spChg>
        <pc:spChg chg="add mod">
          <ac:chgData name="Richard Edwards" userId="b3b31591-56be-4698-ab62-08e15d500d26" providerId="ADAL" clId="{B5DD0B88-750F-5648-B136-658DE2D467BF}" dt="2021-04-23T05:17:13.010" v="196" actId="20577"/>
          <ac:spMkLst>
            <pc:docMk/>
            <pc:sldMk cId="1189910763" sldId="261"/>
            <ac:spMk id="88" creationId="{1C58E448-13A2-8646-A1A8-05A0CE7026B9}"/>
          </ac:spMkLst>
        </pc:spChg>
        <pc:spChg chg="add mod">
          <ac:chgData name="Richard Edwards" userId="b3b31591-56be-4698-ab62-08e15d500d26" providerId="ADAL" clId="{B5DD0B88-750F-5648-B136-658DE2D467BF}" dt="2021-04-23T05:17:16.600" v="199" actId="20577"/>
          <ac:spMkLst>
            <pc:docMk/>
            <pc:sldMk cId="1189910763" sldId="261"/>
            <ac:spMk id="89" creationId="{D2D4CF96-B8D2-E94A-A40B-E0010ED18E69}"/>
          </ac:spMkLst>
        </pc:spChg>
        <pc:spChg chg="add mod">
          <ac:chgData name="Richard Edwards" userId="b3b31591-56be-4698-ab62-08e15d500d26" providerId="ADAL" clId="{B5DD0B88-750F-5648-B136-658DE2D467BF}" dt="2021-04-23T05:17:35.425" v="204" actId="14100"/>
          <ac:spMkLst>
            <pc:docMk/>
            <pc:sldMk cId="1189910763" sldId="261"/>
            <ac:spMk id="90" creationId="{9EF6D2F3-1C16-364D-8B2E-7FF14AB06A35}"/>
          </ac:spMkLst>
        </pc:spChg>
        <pc:spChg chg="add mod">
          <ac:chgData name="Richard Edwards" userId="b3b31591-56be-4698-ab62-08e15d500d26" providerId="ADAL" clId="{B5DD0B88-750F-5648-B136-658DE2D467BF}" dt="2021-04-23T05:17:43.601" v="205" actId="571"/>
          <ac:spMkLst>
            <pc:docMk/>
            <pc:sldMk cId="1189910763" sldId="261"/>
            <ac:spMk id="91" creationId="{55F75F65-7DDF-9D4A-8B76-58AD8D7F0E11}"/>
          </ac:spMkLst>
        </pc:spChg>
        <pc:spChg chg="add mod">
          <ac:chgData name="Richard Edwards" userId="b3b31591-56be-4698-ab62-08e15d500d26" providerId="ADAL" clId="{B5DD0B88-750F-5648-B136-658DE2D467BF}" dt="2021-04-23T05:24:08.399" v="237" actId="207"/>
          <ac:spMkLst>
            <pc:docMk/>
            <pc:sldMk cId="1189910763" sldId="261"/>
            <ac:spMk id="92" creationId="{9FFBE40A-8B30-D642-BC04-EE1708C97192}"/>
          </ac:spMkLst>
        </pc:spChg>
        <pc:spChg chg="add mod">
          <ac:chgData name="Richard Edwards" userId="b3b31591-56be-4698-ab62-08e15d500d26" providerId="ADAL" clId="{B5DD0B88-750F-5648-B136-658DE2D467BF}" dt="2021-04-23T05:24:08.399" v="237" actId="207"/>
          <ac:spMkLst>
            <pc:docMk/>
            <pc:sldMk cId="1189910763" sldId="261"/>
            <ac:spMk id="93" creationId="{75C836BD-046E-8246-A2C8-AF4BEDF00CD8}"/>
          </ac:spMkLst>
        </pc:spChg>
        <pc:spChg chg="add mod">
          <ac:chgData name="Richard Edwards" userId="b3b31591-56be-4698-ab62-08e15d500d26" providerId="ADAL" clId="{B5DD0B88-750F-5648-B136-658DE2D467BF}" dt="2021-04-23T05:23:52.367" v="236" actId="207"/>
          <ac:spMkLst>
            <pc:docMk/>
            <pc:sldMk cId="1189910763" sldId="261"/>
            <ac:spMk id="95" creationId="{1199B274-3C99-7942-849A-8358BB36B111}"/>
          </ac:spMkLst>
        </pc:spChg>
        <pc:spChg chg="add mod">
          <ac:chgData name="Richard Edwards" userId="b3b31591-56be-4698-ab62-08e15d500d26" providerId="ADAL" clId="{B5DD0B88-750F-5648-B136-658DE2D467BF}" dt="2021-04-23T05:34:38.305" v="331" actId="14100"/>
          <ac:spMkLst>
            <pc:docMk/>
            <pc:sldMk cId="1189910763" sldId="261"/>
            <ac:spMk id="96" creationId="{B87C9A0A-7A0A-3344-A4B2-2A2272FF5F3C}"/>
          </ac:spMkLst>
        </pc:spChg>
        <pc:spChg chg="add mod">
          <ac:chgData name="Richard Edwards" userId="b3b31591-56be-4698-ab62-08e15d500d26" providerId="ADAL" clId="{B5DD0B88-750F-5648-B136-658DE2D467BF}" dt="2021-04-28T01:06:57.498" v="648" actId="1076"/>
          <ac:spMkLst>
            <pc:docMk/>
            <pc:sldMk cId="1189910763" sldId="261"/>
            <ac:spMk id="97" creationId="{09521E63-0878-294E-8356-BBA7DE3616AC}"/>
          </ac:spMkLst>
        </pc:spChg>
        <pc:spChg chg="add mod">
          <ac:chgData name="Richard Edwards" userId="b3b31591-56be-4698-ab62-08e15d500d26" providerId="ADAL" clId="{B5DD0B88-750F-5648-B136-658DE2D467BF}" dt="2021-04-23T05:24:20.336" v="251" actId="20577"/>
          <ac:spMkLst>
            <pc:docMk/>
            <pc:sldMk cId="1189910763" sldId="261"/>
            <ac:spMk id="98" creationId="{B0F311D7-5A71-BC43-A2AD-71A2A42A761C}"/>
          </ac:spMkLst>
        </pc:spChg>
        <pc:spChg chg="add mod">
          <ac:chgData name="Richard Edwards" userId="b3b31591-56be-4698-ab62-08e15d500d26" providerId="ADAL" clId="{B5DD0B88-750F-5648-B136-658DE2D467BF}" dt="2021-04-23T05:25:49.726" v="267" actId="20577"/>
          <ac:spMkLst>
            <pc:docMk/>
            <pc:sldMk cId="1189910763" sldId="261"/>
            <ac:spMk id="99" creationId="{D3A1B19C-84E7-624A-95B5-DC5971F2C07B}"/>
          </ac:spMkLst>
        </pc:spChg>
        <pc:spChg chg="add del mod">
          <ac:chgData name="Richard Edwards" userId="b3b31591-56be-4698-ab62-08e15d500d26" providerId="ADAL" clId="{B5DD0B88-750F-5648-B136-658DE2D467BF}" dt="2021-04-23T05:25:53.315" v="268" actId="478"/>
          <ac:spMkLst>
            <pc:docMk/>
            <pc:sldMk cId="1189910763" sldId="261"/>
            <ac:spMk id="100" creationId="{27693C2A-5A31-2C44-8BD4-126B30CD6ED7}"/>
          </ac:spMkLst>
        </pc:spChg>
        <pc:spChg chg="add mod">
          <ac:chgData name="Richard Edwards" userId="b3b31591-56be-4698-ab62-08e15d500d26" providerId="ADAL" clId="{B5DD0B88-750F-5648-B136-658DE2D467BF}" dt="2021-04-23T05:24:14.678" v="238" actId="571"/>
          <ac:spMkLst>
            <pc:docMk/>
            <pc:sldMk cId="1189910763" sldId="261"/>
            <ac:spMk id="101" creationId="{010090C5-A790-B64D-8961-CC5DA8EA8176}"/>
          </ac:spMkLst>
        </pc:spChg>
        <pc:spChg chg="add mod">
          <ac:chgData name="Richard Edwards" userId="b3b31591-56be-4698-ab62-08e15d500d26" providerId="ADAL" clId="{B5DD0B88-750F-5648-B136-658DE2D467BF}" dt="2021-04-28T00:43:30.254" v="624" actId="1076"/>
          <ac:spMkLst>
            <pc:docMk/>
            <pc:sldMk cId="1189910763" sldId="261"/>
            <ac:spMk id="102" creationId="{9873B24C-156A-004B-BB6B-67546818F21E}"/>
          </ac:spMkLst>
        </pc:spChg>
        <pc:spChg chg="add del mod">
          <ac:chgData name="Richard Edwards" userId="b3b31591-56be-4698-ab62-08e15d500d26" providerId="ADAL" clId="{B5DD0B88-750F-5648-B136-658DE2D467BF}" dt="2021-04-23T05:25:53.315" v="268" actId="478"/>
          <ac:spMkLst>
            <pc:docMk/>
            <pc:sldMk cId="1189910763" sldId="261"/>
            <ac:spMk id="102" creationId="{F6EA2F7B-4B95-2B4F-81D8-AE6E56E0F7E4}"/>
          </ac:spMkLst>
        </pc:spChg>
        <pc:spChg chg="add mod">
          <ac:chgData name="Richard Edwards" userId="b3b31591-56be-4698-ab62-08e15d500d26" providerId="ADAL" clId="{B5DD0B88-750F-5648-B136-658DE2D467BF}" dt="2021-04-23T05:24:38.077" v="252" actId="571"/>
          <ac:spMkLst>
            <pc:docMk/>
            <pc:sldMk cId="1189910763" sldId="261"/>
            <ac:spMk id="103" creationId="{DA981736-A3AE-144C-A0B3-54F6D5737D4F}"/>
          </ac:spMkLst>
        </pc:spChg>
        <pc:spChg chg="add del mod">
          <ac:chgData name="Richard Edwards" userId="b3b31591-56be-4698-ab62-08e15d500d26" providerId="ADAL" clId="{B5DD0B88-750F-5648-B136-658DE2D467BF}" dt="2021-04-23T05:25:53.315" v="268" actId="478"/>
          <ac:spMkLst>
            <pc:docMk/>
            <pc:sldMk cId="1189910763" sldId="261"/>
            <ac:spMk id="104" creationId="{4D02004F-2087-3B4E-9805-3969715A3742}"/>
          </ac:spMkLst>
        </pc:spChg>
        <pc:spChg chg="add mod">
          <ac:chgData name="Richard Edwards" userId="b3b31591-56be-4698-ab62-08e15d500d26" providerId="ADAL" clId="{B5DD0B88-750F-5648-B136-658DE2D467BF}" dt="2021-04-28T00:43:30.254" v="624" actId="1076"/>
          <ac:spMkLst>
            <pc:docMk/>
            <pc:sldMk cId="1189910763" sldId="261"/>
            <ac:spMk id="104" creationId="{D4BB0464-6856-B149-8557-B9D5D03131AB}"/>
          </ac:spMkLst>
        </pc:spChg>
        <pc:spChg chg="add mod">
          <ac:chgData name="Richard Edwards" userId="b3b31591-56be-4698-ab62-08e15d500d26" providerId="ADAL" clId="{B5DD0B88-750F-5648-B136-658DE2D467BF}" dt="2021-04-23T05:26:59.286" v="312" actId="1076"/>
          <ac:spMkLst>
            <pc:docMk/>
            <pc:sldMk cId="1189910763" sldId="261"/>
            <ac:spMk id="105" creationId="{1F68F5FB-C66B-9345-ABC4-9E2BD59667F8}"/>
          </ac:spMkLst>
        </pc:spChg>
        <pc:spChg chg="add mod">
          <ac:chgData name="Richard Edwards" userId="b3b31591-56be-4698-ab62-08e15d500d26" providerId="ADAL" clId="{B5DD0B88-750F-5648-B136-658DE2D467BF}" dt="2021-04-23T05:25:58.167" v="269" actId="571"/>
          <ac:spMkLst>
            <pc:docMk/>
            <pc:sldMk cId="1189910763" sldId="261"/>
            <ac:spMk id="106" creationId="{16298B22-AABD-DE4B-8D16-BB194C1286AB}"/>
          </ac:spMkLst>
        </pc:spChg>
        <pc:spChg chg="add mod">
          <ac:chgData name="Richard Edwards" userId="b3b31591-56be-4698-ab62-08e15d500d26" providerId="ADAL" clId="{B5DD0B88-750F-5648-B136-658DE2D467BF}" dt="2021-04-23T05:26:32.805" v="270" actId="571"/>
          <ac:spMkLst>
            <pc:docMk/>
            <pc:sldMk cId="1189910763" sldId="261"/>
            <ac:spMk id="107" creationId="{FD9EF764-D1B2-6640-9F4F-4AB8DA734BD1}"/>
          </ac:spMkLst>
        </pc:spChg>
        <pc:spChg chg="add mod">
          <ac:chgData name="Richard Edwards" userId="b3b31591-56be-4698-ab62-08e15d500d26" providerId="ADAL" clId="{B5DD0B88-750F-5648-B136-658DE2D467BF}" dt="2021-04-23T05:27:34.113" v="324" actId="20577"/>
          <ac:spMkLst>
            <pc:docMk/>
            <pc:sldMk cId="1189910763" sldId="261"/>
            <ac:spMk id="108" creationId="{CC07C9FD-66CD-FC46-8386-386C232EDE72}"/>
          </ac:spMkLst>
        </pc:spChg>
        <pc:spChg chg="add mod">
          <ac:chgData name="Richard Edwards" userId="b3b31591-56be-4698-ab62-08e15d500d26" providerId="ADAL" clId="{B5DD0B88-750F-5648-B136-658DE2D467BF}" dt="2021-04-23T05:35:03.476" v="333" actId="207"/>
          <ac:spMkLst>
            <pc:docMk/>
            <pc:sldMk cId="1189910763" sldId="261"/>
            <ac:spMk id="109" creationId="{3C75AF37-4485-1644-9899-AB98331C4581}"/>
          </ac:spMkLst>
        </pc:spChg>
        <pc:spChg chg="add mod">
          <ac:chgData name="Richard Edwards" userId="b3b31591-56be-4698-ab62-08e15d500d26" providerId="ADAL" clId="{B5DD0B88-750F-5648-B136-658DE2D467BF}" dt="2021-04-23T05:34:31.857" v="325" actId="571"/>
          <ac:spMkLst>
            <pc:docMk/>
            <pc:sldMk cId="1189910763" sldId="261"/>
            <ac:spMk id="110" creationId="{E170F91F-8752-FC44-AA86-FA5098BE56B0}"/>
          </ac:spMkLst>
        </pc:spChg>
        <pc:spChg chg="add mod">
          <ac:chgData name="Richard Edwards" userId="b3b31591-56be-4698-ab62-08e15d500d26" providerId="ADAL" clId="{B5DD0B88-750F-5648-B136-658DE2D467BF}" dt="2021-04-28T00:43:24.921" v="623" actId="1076"/>
          <ac:spMkLst>
            <pc:docMk/>
            <pc:sldMk cId="1189910763" sldId="261"/>
            <ac:spMk id="111" creationId="{EB0299D9-DF17-B940-B822-2A682DA2AAAD}"/>
          </ac:spMkLst>
        </pc:spChg>
        <pc:spChg chg="add mod">
          <ac:chgData name="Richard Edwards" userId="b3b31591-56be-4698-ab62-08e15d500d26" providerId="ADAL" clId="{B5DD0B88-750F-5648-B136-658DE2D467BF}" dt="2021-04-28T00:43:30.254" v="624" actId="1076"/>
          <ac:spMkLst>
            <pc:docMk/>
            <pc:sldMk cId="1189910763" sldId="261"/>
            <ac:spMk id="113" creationId="{C32C943A-D883-A249-A0E4-22C685C25F04}"/>
          </ac:spMkLst>
        </pc:spChg>
        <pc:spChg chg="add mod">
          <ac:chgData name="Richard Edwards" userId="b3b31591-56be-4698-ab62-08e15d500d26" providerId="ADAL" clId="{B5DD0B88-750F-5648-B136-658DE2D467BF}" dt="2021-04-28T00:43:30.254" v="624" actId="1076"/>
          <ac:spMkLst>
            <pc:docMk/>
            <pc:sldMk cId="1189910763" sldId="261"/>
            <ac:spMk id="114" creationId="{E81BB20B-B8EB-D242-B410-BDFCE0C784CC}"/>
          </ac:spMkLst>
        </pc:spChg>
        <pc:spChg chg="add mod">
          <ac:chgData name="Richard Edwards" userId="b3b31591-56be-4698-ab62-08e15d500d26" providerId="ADAL" clId="{B5DD0B88-750F-5648-B136-658DE2D467BF}" dt="2021-04-28T00:43:30.254" v="624" actId="1076"/>
          <ac:spMkLst>
            <pc:docMk/>
            <pc:sldMk cId="1189910763" sldId="261"/>
            <ac:spMk id="115" creationId="{536E95D2-F39C-B543-86C4-76706FE13DCE}"/>
          </ac:spMkLst>
        </pc:spChg>
        <pc:spChg chg="add mod">
          <ac:chgData name="Richard Edwards" userId="b3b31591-56be-4698-ab62-08e15d500d26" providerId="ADAL" clId="{B5DD0B88-750F-5648-B136-658DE2D467BF}" dt="2021-04-28T00:43:30.254" v="624" actId="1076"/>
          <ac:spMkLst>
            <pc:docMk/>
            <pc:sldMk cId="1189910763" sldId="261"/>
            <ac:spMk id="116" creationId="{3971E5BE-CFCE-1141-A818-E8EFBEC951DD}"/>
          </ac:spMkLst>
        </pc:spChg>
        <pc:spChg chg="add mod">
          <ac:chgData name="Richard Edwards" userId="b3b31591-56be-4698-ab62-08e15d500d26" providerId="ADAL" clId="{B5DD0B88-750F-5648-B136-658DE2D467BF}" dt="2021-04-28T00:43:30.254" v="624" actId="1076"/>
          <ac:spMkLst>
            <pc:docMk/>
            <pc:sldMk cId="1189910763" sldId="261"/>
            <ac:spMk id="117" creationId="{80F23AF2-96A2-F044-B41A-3410AFC1301E}"/>
          </ac:spMkLst>
        </pc:spChg>
        <pc:spChg chg="add mod">
          <ac:chgData name="Richard Edwards" userId="b3b31591-56be-4698-ab62-08e15d500d26" providerId="ADAL" clId="{B5DD0B88-750F-5648-B136-658DE2D467BF}" dt="2021-04-28T00:43:30.254" v="624" actId="1076"/>
          <ac:spMkLst>
            <pc:docMk/>
            <pc:sldMk cId="1189910763" sldId="261"/>
            <ac:spMk id="118" creationId="{5DA77D00-51D7-2E42-B22C-8D3109C84711}"/>
          </ac:spMkLst>
        </pc:spChg>
        <pc:spChg chg="add del mod">
          <ac:chgData name="Richard Edwards" userId="b3b31591-56be-4698-ab62-08e15d500d26" providerId="ADAL" clId="{B5DD0B88-750F-5648-B136-658DE2D467BF}" dt="2021-04-28T01:10:08.784" v="654" actId="478"/>
          <ac:spMkLst>
            <pc:docMk/>
            <pc:sldMk cId="1189910763" sldId="261"/>
            <ac:spMk id="119" creationId="{676CA1AB-10B5-784E-A94F-FCC841AFB217}"/>
          </ac:spMkLst>
        </pc:spChg>
        <pc:spChg chg="add mod">
          <ac:chgData name="Richard Edwards" userId="b3b31591-56be-4698-ab62-08e15d500d26" providerId="ADAL" clId="{B5DD0B88-750F-5648-B136-658DE2D467BF}" dt="2021-04-28T00:43:30.254" v="624" actId="1076"/>
          <ac:spMkLst>
            <pc:docMk/>
            <pc:sldMk cId="1189910763" sldId="261"/>
            <ac:spMk id="120" creationId="{D91DABC0-C677-9F4F-9691-BBFEE504DC4A}"/>
          </ac:spMkLst>
        </pc:spChg>
        <pc:spChg chg="add mod">
          <ac:chgData name="Richard Edwards" userId="b3b31591-56be-4698-ab62-08e15d500d26" providerId="ADAL" clId="{B5DD0B88-750F-5648-B136-658DE2D467BF}" dt="2021-04-28T00:43:30.254" v="624" actId="1076"/>
          <ac:spMkLst>
            <pc:docMk/>
            <pc:sldMk cId="1189910763" sldId="261"/>
            <ac:spMk id="121" creationId="{415B927D-9100-DA42-9D35-606534F65178}"/>
          </ac:spMkLst>
        </pc:spChg>
        <pc:spChg chg="add mod">
          <ac:chgData name="Richard Edwards" userId="b3b31591-56be-4698-ab62-08e15d500d26" providerId="ADAL" clId="{B5DD0B88-750F-5648-B136-658DE2D467BF}" dt="2021-04-28T00:43:30.254" v="624" actId="1076"/>
          <ac:spMkLst>
            <pc:docMk/>
            <pc:sldMk cId="1189910763" sldId="261"/>
            <ac:spMk id="122" creationId="{1B98084C-2184-F142-80B4-529C2D89BA7A}"/>
          </ac:spMkLst>
        </pc:spChg>
        <pc:spChg chg="add mod">
          <ac:chgData name="Richard Edwards" userId="b3b31591-56be-4698-ab62-08e15d500d26" providerId="ADAL" clId="{B5DD0B88-750F-5648-B136-658DE2D467BF}" dt="2021-04-28T00:43:30.254" v="624" actId="1076"/>
          <ac:spMkLst>
            <pc:docMk/>
            <pc:sldMk cId="1189910763" sldId="261"/>
            <ac:spMk id="123" creationId="{5A553056-FDF6-3947-B6C5-699F36C28E3F}"/>
          </ac:spMkLst>
        </pc:spChg>
        <pc:spChg chg="add mod">
          <ac:chgData name="Richard Edwards" userId="b3b31591-56be-4698-ab62-08e15d500d26" providerId="ADAL" clId="{B5DD0B88-750F-5648-B136-658DE2D467BF}" dt="2021-04-28T00:43:30.254" v="624" actId="1076"/>
          <ac:spMkLst>
            <pc:docMk/>
            <pc:sldMk cId="1189910763" sldId="261"/>
            <ac:spMk id="124" creationId="{CEDEBF81-340C-D445-BDBB-C3C634E80621}"/>
          </ac:spMkLst>
        </pc:spChg>
        <pc:spChg chg="add mod">
          <ac:chgData name="Richard Edwards" userId="b3b31591-56be-4698-ab62-08e15d500d26" providerId="ADAL" clId="{B5DD0B88-750F-5648-B136-658DE2D467BF}" dt="2021-04-28T00:43:30.254" v="624" actId="1076"/>
          <ac:spMkLst>
            <pc:docMk/>
            <pc:sldMk cId="1189910763" sldId="261"/>
            <ac:spMk id="125" creationId="{E89E3AB2-E6AF-D643-B038-C128EA15D452}"/>
          </ac:spMkLst>
        </pc:spChg>
        <pc:spChg chg="add mod">
          <ac:chgData name="Richard Edwards" userId="b3b31591-56be-4698-ab62-08e15d500d26" providerId="ADAL" clId="{B5DD0B88-750F-5648-B136-658DE2D467BF}" dt="2021-04-28T00:43:37.599" v="625" actId="571"/>
          <ac:spMkLst>
            <pc:docMk/>
            <pc:sldMk cId="1189910763" sldId="261"/>
            <ac:spMk id="126" creationId="{5EA8C29B-0493-ED4A-94A6-08CE8A3834C8}"/>
          </ac:spMkLst>
        </pc:spChg>
        <pc:spChg chg="add mod">
          <ac:chgData name="Richard Edwards" userId="b3b31591-56be-4698-ab62-08e15d500d26" providerId="ADAL" clId="{B5DD0B88-750F-5648-B136-658DE2D467BF}" dt="2021-04-28T00:43:44.271" v="626" actId="571"/>
          <ac:spMkLst>
            <pc:docMk/>
            <pc:sldMk cId="1189910763" sldId="261"/>
            <ac:spMk id="127" creationId="{EFCC7B75-A5EB-E74F-AC07-E868E8C43494}"/>
          </ac:spMkLst>
        </pc:spChg>
        <pc:spChg chg="add mod">
          <ac:chgData name="Richard Edwards" userId="b3b31591-56be-4698-ab62-08e15d500d26" providerId="ADAL" clId="{B5DD0B88-750F-5648-B136-658DE2D467BF}" dt="2021-04-28T04:53:28.463" v="1050" actId="1076"/>
          <ac:spMkLst>
            <pc:docMk/>
            <pc:sldMk cId="1189910763" sldId="261"/>
            <ac:spMk id="128" creationId="{077D6E51-35FA-5542-BB7D-901F9981EB50}"/>
          </ac:spMkLst>
        </pc:spChg>
        <pc:spChg chg="add mod">
          <ac:chgData name="Richard Edwards" userId="b3b31591-56be-4698-ab62-08e15d500d26" providerId="ADAL" clId="{B5DD0B88-750F-5648-B136-658DE2D467BF}" dt="2021-04-28T01:47:44.948" v="1019" actId="1076"/>
          <ac:spMkLst>
            <pc:docMk/>
            <pc:sldMk cId="1189910763" sldId="261"/>
            <ac:spMk id="130" creationId="{B89D6704-C7BB-1D4C-8F7A-BB771BBBB4DB}"/>
          </ac:spMkLst>
        </pc:spChg>
        <pc:spChg chg="add mod">
          <ac:chgData name="Richard Edwards" userId="b3b31591-56be-4698-ab62-08e15d500d26" providerId="ADAL" clId="{B5DD0B88-750F-5648-B136-658DE2D467BF}" dt="2021-04-28T01:48:06.412" v="1021" actId="1076"/>
          <ac:spMkLst>
            <pc:docMk/>
            <pc:sldMk cId="1189910763" sldId="261"/>
            <ac:spMk id="131" creationId="{245BC4E8-A2CF-C447-A132-896782D52C23}"/>
          </ac:spMkLst>
        </pc:spChg>
        <pc:spChg chg="add mod">
          <ac:chgData name="Richard Edwards" userId="b3b31591-56be-4698-ab62-08e15d500d26" providerId="ADAL" clId="{B5DD0B88-750F-5648-B136-658DE2D467BF}" dt="2021-04-28T01:47:44.948" v="1019" actId="1076"/>
          <ac:spMkLst>
            <pc:docMk/>
            <pc:sldMk cId="1189910763" sldId="261"/>
            <ac:spMk id="132" creationId="{BC51D4A8-98D6-D24E-BEFC-15169F73CA52}"/>
          </ac:spMkLst>
        </pc:spChg>
        <pc:spChg chg="add mod">
          <ac:chgData name="Richard Edwards" userId="b3b31591-56be-4698-ab62-08e15d500d26" providerId="ADAL" clId="{B5DD0B88-750F-5648-B136-658DE2D467BF}" dt="2021-04-28T01:47:44.948" v="1019" actId="1076"/>
          <ac:spMkLst>
            <pc:docMk/>
            <pc:sldMk cId="1189910763" sldId="261"/>
            <ac:spMk id="133" creationId="{35B4DCDD-5A67-F14A-A63C-5103F4F34971}"/>
          </ac:spMkLst>
        </pc:spChg>
        <pc:spChg chg="add mod">
          <ac:chgData name="Richard Edwards" userId="b3b31591-56be-4698-ab62-08e15d500d26" providerId="ADAL" clId="{B5DD0B88-750F-5648-B136-658DE2D467BF}" dt="2021-04-28T01:47:44.948" v="1019" actId="1076"/>
          <ac:spMkLst>
            <pc:docMk/>
            <pc:sldMk cId="1189910763" sldId="261"/>
            <ac:spMk id="134" creationId="{E68A2429-13CB-5F48-96A4-8CD3E115E9B1}"/>
          </ac:spMkLst>
        </pc:spChg>
        <pc:spChg chg="add mod">
          <ac:chgData name="Richard Edwards" userId="b3b31591-56be-4698-ab62-08e15d500d26" providerId="ADAL" clId="{B5DD0B88-750F-5648-B136-658DE2D467BF}" dt="2021-04-28T01:47:44.948" v="1019" actId="1076"/>
          <ac:spMkLst>
            <pc:docMk/>
            <pc:sldMk cId="1189910763" sldId="261"/>
            <ac:spMk id="135" creationId="{9648F078-49BD-CF49-B349-7C1FB5769931}"/>
          </ac:spMkLst>
        </pc:spChg>
        <pc:spChg chg="add del mod">
          <ac:chgData name="Richard Edwards" userId="b3b31591-56be-4698-ab62-08e15d500d26" providerId="ADAL" clId="{B5DD0B88-750F-5648-B136-658DE2D467BF}" dt="2021-04-28T01:49:55.502" v="1028" actId="478"/>
          <ac:spMkLst>
            <pc:docMk/>
            <pc:sldMk cId="1189910763" sldId="261"/>
            <ac:spMk id="136" creationId="{4CD5A100-3B38-624E-8A16-643FCA6ED12A}"/>
          </ac:spMkLst>
        </pc:spChg>
        <pc:spChg chg="add del mod">
          <ac:chgData name="Richard Edwards" userId="b3b31591-56be-4698-ab62-08e15d500d26" providerId="ADAL" clId="{B5DD0B88-750F-5648-B136-658DE2D467BF}" dt="2021-04-28T01:46:43.241" v="1005" actId="478"/>
          <ac:spMkLst>
            <pc:docMk/>
            <pc:sldMk cId="1189910763" sldId="261"/>
            <ac:spMk id="137" creationId="{160386BA-61CF-194F-8102-AD33F34547FF}"/>
          </ac:spMkLst>
        </pc:spChg>
        <pc:spChg chg="add mod">
          <ac:chgData name="Richard Edwards" userId="b3b31591-56be-4698-ab62-08e15d500d26" providerId="ADAL" clId="{B5DD0B88-750F-5648-B136-658DE2D467BF}" dt="2021-04-28T02:17:06.640" v="1045" actId="207"/>
          <ac:spMkLst>
            <pc:docMk/>
            <pc:sldMk cId="1189910763" sldId="261"/>
            <ac:spMk id="138" creationId="{533F4719-DD71-C640-B903-F51554357AC1}"/>
          </ac:spMkLst>
        </pc:spChg>
        <pc:spChg chg="add mod">
          <ac:chgData name="Richard Edwards" userId="b3b31591-56be-4698-ab62-08e15d500d26" providerId="ADAL" clId="{B5DD0B88-750F-5648-B136-658DE2D467BF}" dt="2021-04-28T01:46:48.968" v="1006" actId="1076"/>
          <ac:spMkLst>
            <pc:docMk/>
            <pc:sldMk cId="1189910763" sldId="261"/>
            <ac:spMk id="139" creationId="{F56C4BDE-F254-F44F-B0A9-A53B6C01FA49}"/>
          </ac:spMkLst>
        </pc:spChg>
        <pc:spChg chg="add mod">
          <ac:chgData name="Richard Edwards" userId="b3b31591-56be-4698-ab62-08e15d500d26" providerId="ADAL" clId="{B5DD0B88-750F-5648-B136-658DE2D467BF}" dt="2021-04-28T01:47:09.229" v="1014" actId="20577"/>
          <ac:spMkLst>
            <pc:docMk/>
            <pc:sldMk cId="1189910763" sldId="261"/>
            <ac:spMk id="140" creationId="{17539D73-052D-B243-A8BA-B309D07B3023}"/>
          </ac:spMkLst>
        </pc:spChg>
        <pc:spChg chg="add mod">
          <ac:chgData name="Richard Edwards" userId="b3b31591-56be-4698-ab62-08e15d500d26" providerId="ADAL" clId="{B5DD0B88-750F-5648-B136-658DE2D467BF}" dt="2021-04-28T01:47:01.187" v="1008" actId="571"/>
          <ac:spMkLst>
            <pc:docMk/>
            <pc:sldMk cId="1189910763" sldId="261"/>
            <ac:spMk id="141" creationId="{CA058397-093D-3C49-977C-767076E7CDB3}"/>
          </ac:spMkLst>
        </pc:spChg>
        <pc:spChg chg="add mod">
          <ac:chgData name="Richard Edwards" userId="b3b31591-56be-4698-ab62-08e15d500d26" providerId="ADAL" clId="{B5DD0B88-750F-5648-B136-658DE2D467BF}" dt="2021-04-28T01:47:25.732" v="1016" actId="1076"/>
          <ac:spMkLst>
            <pc:docMk/>
            <pc:sldMk cId="1189910763" sldId="261"/>
            <ac:spMk id="142" creationId="{8B8960A0-4606-4240-9DCA-AB5EB249239F}"/>
          </ac:spMkLst>
        </pc:spChg>
        <pc:spChg chg="add mod">
          <ac:chgData name="Richard Edwards" userId="b3b31591-56be-4698-ab62-08e15d500d26" providerId="ADAL" clId="{B5DD0B88-750F-5648-B136-658DE2D467BF}" dt="2021-04-28T02:13:44.766" v="1031" actId="1076"/>
          <ac:spMkLst>
            <pc:docMk/>
            <pc:sldMk cId="1189910763" sldId="261"/>
            <ac:spMk id="143" creationId="{C234CD56-2919-554D-8EE1-1BE50B4E33AA}"/>
          </ac:spMkLst>
        </pc:spChg>
        <pc:spChg chg="add mod">
          <ac:chgData name="Richard Edwards" userId="b3b31591-56be-4698-ab62-08e15d500d26" providerId="ADAL" clId="{B5DD0B88-750F-5648-B136-658DE2D467BF}" dt="2021-04-28T02:17:10.558" v="1046" actId="207"/>
          <ac:spMkLst>
            <pc:docMk/>
            <pc:sldMk cId="1189910763" sldId="261"/>
            <ac:spMk id="144" creationId="{A53DDFD4-823A-A04B-AE09-39B93EE787D1}"/>
          </ac:spMkLst>
        </pc:spChg>
        <pc:spChg chg="add mod">
          <ac:chgData name="Richard Edwards" userId="b3b31591-56be-4698-ab62-08e15d500d26" providerId="ADAL" clId="{B5DD0B88-750F-5648-B136-658DE2D467BF}" dt="2021-04-28T02:13:44.766" v="1031" actId="1076"/>
          <ac:spMkLst>
            <pc:docMk/>
            <pc:sldMk cId="1189910763" sldId="261"/>
            <ac:spMk id="145" creationId="{2D87CD39-07DB-A640-90F7-A86EF8944571}"/>
          </ac:spMkLst>
        </pc:spChg>
        <pc:spChg chg="add mod">
          <ac:chgData name="Richard Edwards" userId="b3b31591-56be-4698-ab62-08e15d500d26" providerId="ADAL" clId="{B5DD0B88-750F-5648-B136-658DE2D467BF}" dt="2021-04-28T01:49:43.723" v="1026" actId="1076"/>
          <ac:spMkLst>
            <pc:docMk/>
            <pc:sldMk cId="1189910763" sldId="261"/>
            <ac:spMk id="146" creationId="{B95B3182-1EBE-BF49-9D72-FDF540457787}"/>
          </ac:spMkLst>
        </pc:spChg>
        <pc:spChg chg="add mod">
          <ac:chgData name="Richard Edwards" userId="b3b31591-56be-4698-ab62-08e15d500d26" providerId="ADAL" clId="{B5DD0B88-750F-5648-B136-658DE2D467BF}" dt="2021-04-28T01:49:39.216" v="1025" actId="571"/>
          <ac:spMkLst>
            <pc:docMk/>
            <pc:sldMk cId="1189910763" sldId="261"/>
            <ac:spMk id="147" creationId="{5BB33C99-A6B7-D84F-A58B-D133F7608498}"/>
          </ac:spMkLst>
        </pc:spChg>
        <pc:spChg chg="add mod">
          <ac:chgData name="Richard Edwards" userId="b3b31591-56be-4698-ab62-08e15d500d26" providerId="ADAL" clId="{B5DD0B88-750F-5648-B136-658DE2D467BF}" dt="2021-04-28T04:55:20.491" v="1085" actId="1076"/>
          <ac:spMkLst>
            <pc:docMk/>
            <pc:sldMk cId="1189910763" sldId="261"/>
            <ac:spMk id="148" creationId="{21D8778B-8C0F-934C-87B8-5522BCC99DC7}"/>
          </ac:spMkLst>
        </pc:spChg>
        <pc:spChg chg="add mod">
          <ac:chgData name="Richard Edwards" userId="b3b31591-56be-4698-ab62-08e15d500d26" providerId="ADAL" clId="{B5DD0B88-750F-5648-B136-658DE2D467BF}" dt="2021-04-28T02:14:58.430" v="1036" actId="207"/>
          <ac:spMkLst>
            <pc:docMk/>
            <pc:sldMk cId="1189910763" sldId="261"/>
            <ac:spMk id="149" creationId="{F28FEAAE-20EE-2448-8632-EAA68E5BB208}"/>
          </ac:spMkLst>
        </pc:spChg>
        <pc:spChg chg="add mod">
          <ac:chgData name="Richard Edwards" userId="b3b31591-56be-4698-ab62-08e15d500d26" providerId="ADAL" clId="{B5DD0B88-750F-5648-B136-658DE2D467BF}" dt="2021-04-28T02:15:03.423" v="1042" actId="20577"/>
          <ac:spMkLst>
            <pc:docMk/>
            <pc:sldMk cId="1189910763" sldId="261"/>
            <ac:spMk id="150" creationId="{AF181771-F573-7D40-9182-B3B1D14566F6}"/>
          </ac:spMkLst>
        </pc:spChg>
        <pc:spChg chg="add mod">
          <ac:chgData name="Richard Edwards" userId="b3b31591-56be-4698-ab62-08e15d500d26" providerId="ADAL" clId="{B5DD0B88-750F-5648-B136-658DE2D467BF}" dt="2021-04-28T02:15:07.813" v="1043" actId="571"/>
          <ac:spMkLst>
            <pc:docMk/>
            <pc:sldMk cId="1189910763" sldId="261"/>
            <ac:spMk id="151" creationId="{3CA9B62C-0B14-C14A-B86C-3A63312E8666}"/>
          </ac:spMkLst>
        </pc:spChg>
        <pc:spChg chg="add mod">
          <ac:chgData name="Richard Edwards" userId="b3b31591-56be-4698-ab62-08e15d500d26" providerId="ADAL" clId="{B5DD0B88-750F-5648-B136-658DE2D467BF}" dt="2021-04-28T02:15:14.833" v="1044" actId="571"/>
          <ac:spMkLst>
            <pc:docMk/>
            <pc:sldMk cId="1189910763" sldId="261"/>
            <ac:spMk id="152" creationId="{BA57E2CA-BB83-4345-948E-64929693C1BA}"/>
          </ac:spMkLst>
        </pc:spChg>
        <pc:spChg chg="add mod">
          <ac:chgData name="Richard Edwards" userId="b3b31591-56be-4698-ab62-08e15d500d26" providerId="ADAL" clId="{B5DD0B88-750F-5648-B136-658DE2D467BF}" dt="2021-04-28T04:54:13.981" v="1081" actId="1076"/>
          <ac:spMkLst>
            <pc:docMk/>
            <pc:sldMk cId="1189910763" sldId="261"/>
            <ac:spMk id="153" creationId="{14EFBC46-DBE4-D249-87D6-159F4F3439E2}"/>
          </ac:spMkLst>
        </pc:spChg>
        <pc:spChg chg="add mod">
          <ac:chgData name="Richard Edwards" userId="b3b31591-56be-4698-ab62-08e15d500d26" providerId="ADAL" clId="{B5DD0B88-750F-5648-B136-658DE2D467BF}" dt="2021-04-28T04:54:07.902" v="1080" actId="20577"/>
          <ac:spMkLst>
            <pc:docMk/>
            <pc:sldMk cId="1189910763" sldId="261"/>
            <ac:spMk id="154" creationId="{F20613AF-8BD0-BD4E-9778-C94859CE71A9}"/>
          </ac:spMkLst>
        </pc:spChg>
        <pc:spChg chg="add mod">
          <ac:chgData name="Richard Edwards" userId="b3b31591-56be-4698-ab62-08e15d500d26" providerId="ADAL" clId="{B5DD0B88-750F-5648-B136-658DE2D467BF}" dt="2021-04-28T04:55:05.856" v="1083" actId="1076"/>
          <ac:spMkLst>
            <pc:docMk/>
            <pc:sldMk cId="1189910763" sldId="261"/>
            <ac:spMk id="155" creationId="{BB7C8AB1-9A56-E84C-8DC9-85DBF1015753}"/>
          </ac:spMkLst>
        </pc:spChg>
        <pc:spChg chg="add mod">
          <ac:chgData name="Richard Edwards" userId="b3b31591-56be-4698-ab62-08e15d500d26" providerId="ADAL" clId="{B5DD0B88-750F-5648-B136-658DE2D467BF}" dt="2021-04-28T05:33:46.071" v="1190" actId="1076"/>
          <ac:spMkLst>
            <pc:docMk/>
            <pc:sldMk cId="1189910763" sldId="261"/>
            <ac:spMk id="156" creationId="{F88DD87B-FD67-CC4B-9840-F2A6B7D211DC}"/>
          </ac:spMkLst>
        </pc:spChg>
        <pc:spChg chg="add mod">
          <ac:chgData name="Richard Edwards" userId="b3b31591-56be-4698-ab62-08e15d500d26" providerId="ADAL" clId="{B5DD0B88-750F-5648-B136-658DE2D467BF}" dt="2021-04-28T04:56:34.699" v="1111" actId="20577"/>
          <ac:spMkLst>
            <pc:docMk/>
            <pc:sldMk cId="1189910763" sldId="261"/>
            <ac:spMk id="159" creationId="{F8FC373F-899A-5A4C-BA9F-119BF097B203}"/>
          </ac:spMkLst>
        </pc:spChg>
        <pc:spChg chg="add mod">
          <ac:chgData name="Richard Edwards" userId="b3b31591-56be-4698-ab62-08e15d500d26" providerId="ADAL" clId="{B5DD0B88-750F-5648-B136-658DE2D467BF}" dt="2021-04-28T04:57:16.174" v="1143" actId="1076"/>
          <ac:spMkLst>
            <pc:docMk/>
            <pc:sldMk cId="1189910763" sldId="261"/>
            <ac:spMk id="161" creationId="{559367B9-A95F-0640-A5F0-C53C8BF1C42C}"/>
          </ac:spMkLst>
        </pc:spChg>
        <pc:spChg chg="add mod">
          <ac:chgData name="Richard Edwards" userId="b3b31591-56be-4698-ab62-08e15d500d26" providerId="ADAL" clId="{B5DD0B88-750F-5648-B136-658DE2D467BF}" dt="2021-04-28T04:58:15.981" v="1156" actId="20577"/>
          <ac:spMkLst>
            <pc:docMk/>
            <pc:sldMk cId="1189910763" sldId="261"/>
            <ac:spMk id="165" creationId="{F959EBD5-2E42-7248-B73F-416D0829F8B7}"/>
          </ac:spMkLst>
        </pc:spChg>
        <pc:spChg chg="add mod">
          <ac:chgData name="Richard Edwards" userId="b3b31591-56be-4698-ab62-08e15d500d26" providerId="ADAL" clId="{B5DD0B88-750F-5648-B136-658DE2D467BF}" dt="2021-04-28T05:20:19.194" v="1161" actId="1076"/>
          <ac:spMkLst>
            <pc:docMk/>
            <pc:sldMk cId="1189910763" sldId="261"/>
            <ac:spMk id="166" creationId="{629B140C-6F69-8540-94F2-8C9A0F9A50D7}"/>
          </ac:spMkLst>
        </pc:spChg>
        <pc:spChg chg="add mod">
          <ac:chgData name="Richard Edwards" userId="b3b31591-56be-4698-ab62-08e15d500d26" providerId="ADAL" clId="{B5DD0B88-750F-5648-B136-658DE2D467BF}" dt="2021-04-28T05:20:45.540" v="1165" actId="1076"/>
          <ac:spMkLst>
            <pc:docMk/>
            <pc:sldMk cId="1189910763" sldId="261"/>
            <ac:spMk id="167" creationId="{9BAD0A87-4D8E-5544-AF08-354F7401FBDA}"/>
          </ac:spMkLst>
        </pc:spChg>
        <pc:spChg chg="add mod">
          <ac:chgData name="Richard Edwards" userId="b3b31591-56be-4698-ab62-08e15d500d26" providerId="ADAL" clId="{B5DD0B88-750F-5648-B136-658DE2D467BF}" dt="2021-04-28T05:20:56.757" v="1166" actId="571"/>
          <ac:spMkLst>
            <pc:docMk/>
            <pc:sldMk cId="1189910763" sldId="261"/>
            <ac:spMk id="168" creationId="{C40F5001-59AB-5049-B910-DF2D8470AB14}"/>
          </ac:spMkLst>
        </pc:spChg>
        <pc:spChg chg="add mod">
          <ac:chgData name="Richard Edwards" userId="b3b31591-56be-4698-ab62-08e15d500d26" providerId="ADAL" clId="{B5DD0B88-750F-5648-B136-658DE2D467BF}" dt="2021-04-28T05:20:56.757" v="1166" actId="571"/>
          <ac:spMkLst>
            <pc:docMk/>
            <pc:sldMk cId="1189910763" sldId="261"/>
            <ac:spMk id="169" creationId="{8874E494-C497-BB46-A222-5042B8B94BC5}"/>
          </ac:spMkLst>
        </pc:spChg>
        <pc:spChg chg="add mod">
          <ac:chgData name="Richard Edwards" userId="b3b31591-56be-4698-ab62-08e15d500d26" providerId="ADAL" clId="{B5DD0B88-750F-5648-B136-658DE2D467BF}" dt="2021-04-28T06:00:13.646" v="1224" actId="14100"/>
          <ac:spMkLst>
            <pc:docMk/>
            <pc:sldMk cId="1189910763" sldId="261"/>
            <ac:spMk id="170" creationId="{D4D77821-7063-E24E-9A51-9ABBC888BB8A}"/>
          </ac:spMkLst>
        </pc:spChg>
        <pc:spChg chg="add mod">
          <ac:chgData name="Richard Edwards" userId="b3b31591-56be-4698-ab62-08e15d500d26" providerId="ADAL" clId="{B5DD0B88-750F-5648-B136-658DE2D467BF}" dt="2021-04-28T05:20:56.757" v="1166" actId="571"/>
          <ac:spMkLst>
            <pc:docMk/>
            <pc:sldMk cId="1189910763" sldId="261"/>
            <ac:spMk id="171" creationId="{B6EF1DC0-8949-4048-B58D-9A33B5C9E8FD}"/>
          </ac:spMkLst>
        </pc:spChg>
        <pc:spChg chg="add mod">
          <ac:chgData name="Richard Edwards" userId="b3b31591-56be-4698-ab62-08e15d500d26" providerId="ADAL" clId="{B5DD0B88-750F-5648-B136-658DE2D467BF}" dt="2021-04-28T06:00:13.646" v="1224" actId="14100"/>
          <ac:spMkLst>
            <pc:docMk/>
            <pc:sldMk cId="1189910763" sldId="261"/>
            <ac:spMk id="172" creationId="{28A732F7-3B09-B64A-9239-914DD1084BDE}"/>
          </ac:spMkLst>
        </pc:spChg>
        <pc:spChg chg="add mod">
          <ac:chgData name="Richard Edwards" userId="b3b31591-56be-4698-ab62-08e15d500d26" providerId="ADAL" clId="{B5DD0B88-750F-5648-B136-658DE2D467BF}" dt="2021-04-28T05:22:29.545" v="1170" actId="571"/>
          <ac:spMkLst>
            <pc:docMk/>
            <pc:sldMk cId="1189910763" sldId="261"/>
            <ac:spMk id="176" creationId="{4BD07174-0C13-164A-84B5-19FA3A83790C}"/>
          </ac:spMkLst>
        </pc:spChg>
        <pc:spChg chg="add mod">
          <ac:chgData name="Richard Edwards" userId="b3b31591-56be-4698-ab62-08e15d500d26" providerId="ADAL" clId="{B5DD0B88-750F-5648-B136-658DE2D467BF}" dt="2021-04-28T05:33:09.425" v="1189" actId="20577"/>
          <ac:spMkLst>
            <pc:docMk/>
            <pc:sldMk cId="1189910763" sldId="261"/>
            <ac:spMk id="177" creationId="{1F98D06F-9CFF-7947-96F6-40DB4D9EB849}"/>
          </ac:spMkLst>
        </pc:spChg>
        <pc:spChg chg="add mod">
          <ac:chgData name="Richard Edwards" userId="b3b31591-56be-4698-ab62-08e15d500d26" providerId="ADAL" clId="{B5DD0B88-750F-5648-B136-658DE2D467BF}" dt="2021-04-28T05:22:29.545" v="1170" actId="571"/>
          <ac:spMkLst>
            <pc:docMk/>
            <pc:sldMk cId="1189910763" sldId="261"/>
            <ac:spMk id="178" creationId="{C2BD0E0E-DB06-3046-8498-946594F6CF0E}"/>
          </ac:spMkLst>
        </pc:spChg>
        <pc:spChg chg="add mod">
          <ac:chgData name="Richard Edwards" userId="b3b31591-56be-4698-ab62-08e15d500d26" providerId="ADAL" clId="{B5DD0B88-750F-5648-B136-658DE2D467BF}" dt="2021-04-28T05:51:02.272" v="1201" actId="20577"/>
          <ac:spMkLst>
            <pc:docMk/>
            <pc:sldMk cId="1189910763" sldId="261"/>
            <ac:spMk id="180" creationId="{576D07A3-1F3A-7E40-899B-2EFE24AC3D30}"/>
          </ac:spMkLst>
        </pc:spChg>
        <pc:spChg chg="add mod">
          <ac:chgData name="Richard Edwards" userId="b3b31591-56be-4698-ab62-08e15d500d26" providerId="ADAL" clId="{B5DD0B88-750F-5648-B136-658DE2D467BF}" dt="2021-04-28T05:56:13.314" v="1205" actId="571"/>
          <ac:spMkLst>
            <pc:docMk/>
            <pc:sldMk cId="1189910763" sldId="261"/>
            <ac:spMk id="184" creationId="{F934875B-B707-174A-AA7F-68D47676E7D2}"/>
          </ac:spMkLst>
        </pc:spChg>
        <pc:spChg chg="add mod">
          <ac:chgData name="Richard Edwards" userId="b3b31591-56be-4698-ab62-08e15d500d26" providerId="ADAL" clId="{B5DD0B88-750F-5648-B136-658DE2D467BF}" dt="2021-04-28T05:56:38.390" v="1210" actId="207"/>
          <ac:spMkLst>
            <pc:docMk/>
            <pc:sldMk cId="1189910763" sldId="261"/>
            <ac:spMk id="185" creationId="{290CE1E3-8E15-914F-AAE8-A2A1189A361E}"/>
          </ac:spMkLst>
        </pc:spChg>
        <pc:spChg chg="add mod">
          <ac:chgData name="Richard Edwards" userId="b3b31591-56be-4698-ab62-08e15d500d26" providerId="ADAL" clId="{B5DD0B88-750F-5648-B136-658DE2D467BF}" dt="2021-04-28T05:56:13.314" v="1205" actId="571"/>
          <ac:spMkLst>
            <pc:docMk/>
            <pc:sldMk cId="1189910763" sldId="261"/>
            <ac:spMk id="186" creationId="{30E7E285-B493-C143-9B4E-96C37014360C}"/>
          </ac:spMkLst>
        </pc:spChg>
        <pc:spChg chg="add mod">
          <ac:chgData name="Richard Edwards" userId="b3b31591-56be-4698-ab62-08e15d500d26" providerId="ADAL" clId="{B5DD0B88-750F-5648-B136-658DE2D467BF}" dt="2021-04-28T06:04:51.639" v="1267" actId="14100"/>
          <ac:spMkLst>
            <pc:docMk/>
            <pc:sldMk cId="1189910763" sldId="261"/>
            <ac:spMk id="187" creationId="{4EC38EB7-A68D-9340-A291-E55FA406F270}"/>
          </ac:spMkLst>
        </pc:spChg>
        <pc:spChg chg="add mod">
          <ac:chgData name="Richard Edwards" userId="b3b31591-56be-4698-ab62-08e15d500d26" providerId="ADAL" clId="{B5DD0B88-750F-5648-B136-658DE2D467BF}" dt="2021-04-28T05:58:26.062" v="1211" actId="207"/>
          <ac:spMkLst>
            <pc:docMk/>
            <pc:sldMk cId="1189910763" sldId="261"/>
            <ac:spMk id="188" creationId="{D865C1D8-652A-DA41-9E7E-DDDB1EB85EB0}"/>
          </ac:spMkLst>
        </pc:spChg>
        <pc:spChg chg="add mod">
          <ac:chgData name="Richard Edwards" userId="b3b31591-56be-4698-ab62-08e15d500d26" providerId="ADAL" clId="{B5DD0B88-750F-5648-B136-658DE2D467BF}" dt="2021-04-28T05:56:27.611" v="1209" actId="1035"/>
          <ac:spMkLst>
            <pc:docMk/>
            <pc:sldMk cId="1189910763" sldId="261"/>
            <ac:spMk id="189" creationId="{91B1D27C-4CBE-0043-9C10-1556DBA3D65A}"/>
          </ac:spMkLst>
        </pc:spChg>
        <pc:spChg chg="add mod">
          <ac:chgData name="Richard Edwards" userId="b3b31591-56be-4698-ab62-08e15d500d26" providerId="ADAL" clId="{B5DD0B88-750F-5648-B136-658DE2D467BF}" dt="2021-04-28T06:00:07.213" v="1220" actId="20577"/>
          <ac:spMkLst>
            <pc:docMk/>
            <pc:sldMk cId="1189910763" sldId="261"/>
            <ac:spMk id="190" creationId="{0DE95757-204C-1A42-9BDD-7AA9B898B5DA}"/>
          </ac:spMkLst>
        </pc:spChg>
        <pc:spChg chg="add mod">
          <ac:chgData name="Richard Edwards" userId="b3b31591-56be-4698-ab62-08e15d500d26" providerId="ADAL" clId="{B5DD0B88-750F-5648-B136-658DE2D467BF}" dt="2021-04-28T06:00:32.228" v="1226" actId="207"/>
          <ac:spMkLst>
            <pc:docMk/>
            <pc:sldMk cId="1189910763" sldId="261"/>
            <ac:spMk id="191" creationId="{8BC951DC-DF6F-EC46-BADD-0FD7BA613C18}"/>
          </ac:spMkLst>
        </pc:spChg>
        <pc:spChg chg="add mod">
          <ac:chgData name="Richard Edwards" userId="b3b31591-56be-4698-ab62-08e15d500d26" providerId="ADAL" clId="{B5DD0B88-750F-5648-B136-658DE2D467BF}" dt="2021-04-28T06:00:17.570" v="1225" actId="571"/>
          <ac:spMkLst>
            <pc:docMk/>
            <pc:sldMk cId="1189910763" sldId="261"/>
            <ac:spMk id="192" creationId="{87B71CD7-61D1-754E-8E66-A63F438B34CC}"/>
          </ac:spMkLst>
        </pc:spChg>
        <pc:spChg chg="add mod">
          <ac:chgData name="Richard Edwards" userId="b3b31591-56be-4698-ab62-08e15d500d26" providerId="ADAL" clId="{B5DD0B88-750F-5648-B136-658DE2D467BF}" dt="2021-04-28T06:00:17.570" v="1225" actId="571"/>
          <ac:spMkLst>
            <pc:docMk/>
            <pc:sldMk cId="1189910763" sldId="261"/>
            <ac:spMk id="193" creationId="{8AB4BA4D-C578-0D49-A15C-14F988D2AF5F}"/>
          </ac:spMkLst>
        </pc:spChg>
        <pc:spChg chg="add mod">
          <ac:chgData name="Richard Edwards" userId="b3b31591-56be-4698-ab62-08e15d500d26" providerId="ADAL" clId="{B5DD0B88-750F-5648-B136-658DE2D467BF}" dt="2021-04-28T06:14:56.758" v="1282" actId="20577"/>
          <ac:spMkLst>
            <pc:docMk/>
            <pc:sldMk cId="1189910763" sldId="261"/>
            <ac:spMk id="194" creationId="{592A4F7D-32D4-2049-998B-67B852D5129D}"/>
          </ac:spMkLst>
        </pc:spChg>
        <pc:spChg chg="add mod">
          <ac:chgData name="Richard Edwards" userId="b3b31591-56be-4698-ab62-08e15d500d26" providerId="ADAL" clId="{B5DD0B88-750F-5648-B136-658DE2D467BF}" dt="2021-04-28T06:15:09.497" v="1292" actId="20577"/>
          <ac:spMkLst>
            <pc:docMk/>
            <pc:sldMk cId="1189910763" sldId="261"/>
            <ac:spMk id="196" creationId="{B22DFF61-F388-0A45-842A-AD674A032462}"/>
          </ac:spMkLst>
        </pc:spChg>
        <pc:spChg chg="add mod">
          <ac:chgData name="Richard Edwards" userId="b3b31591-56be-4698-ab62-08e15d500d26" providerId="ADAL" clId="{B5DD0B88-750F-5648-B136-658DE2D467BF}" dt="2021-04-28T06:15:17.238" v="1306" actId="20577"/>
          <ac:spMkLst>
            <pc:docMk/>
            <pc:sldMk cId="1189910763" sldId="261"/>
            <ac:spMk id="198" creationId="{BB4B1FF3-5CBC-374F-8A3C-FC21C64BDBDC}"/>
          </ac:spMkLst>
        </pc:spChg>
        <pc:spChg chg="add mod">
          <ac:chgData name="Richard Edwards" userId="b3b31591-56be-4698-ab62-08e15d500d26" providerId="ADAL" clId="{B5DD0B88-750F-5648-B136-658DE2D467BF}" dt="2021-04-28T06:15:31.884" v="1315" actId="20577"/>
          <ac:spMkLst>
            <pc:docMk/>
            <pc:sldMk cId="1189910763" sldId="261"/>
            <ac:spMk id="200" creationId="{09906746-85AF-D64D-8688-3F3378298E54}"/>
          </ac:spMkLst>
        </pc:spChg>
        <pc:cxnChg chg="mod">
          <ac:chgData name="Richard Edwards" userId="b3b31591-56be-4698-ab62-08e15d500d26" providerId="ADAL" clId="{B5DD0B88-750F-5648-B136-658DE2D467BF}" dt="2021-04-23T04:09:38.025" v="18" actId="1076"/>
          <ac:cxnSpMkLst>
            <pc:docMk/>
            <pc:sldMk cId="1189910763" sldId="261"/>
            <ac:cxnSpMk id="25" creationId="{AFB7FBE9-2FA9-7E44-848E-54CAD00C4AD1}"/>
          </ac:cxnSpMkLst>
        </pc:cxnChg>
        <pc:cxnChg chg="mod">
          <ac:chgData name="Richard Edwards" userId="b3b31591-56be-4698-ab62-08e15d500d26" providerId="ADAL" clId="{B5DD0B88-750F-5648-B136-658DE2D467BF}" dt="2021-04-23T04:09:38.025" v="18" actId="1076"/>
          <ac:cxnSpMkLst>
            <pc:docMk/>
            <pc:sldMk cId="1189910763" sldId="261"/>
            <ac:cxnSpMk id="26" creationId="{147DCB05-74E7-3542-A094-FAB9A958F970}"/>
          </ac:cxnSpMkLst>
        </pc:cxnChg>
        <pc:cxnChg chg="mod">
          <ac:chgData name="Richard Edwards" userId="b3b31591-56be-4698-ab62-08e15d500d26" providerId="ADAL" clId="{B5DD0B88-750F-5648-B136-658DE2D467BF}" dt="2021-04-23T04:09:38.025" v="18" actId="1076"/>
          <ac:cxnSpMkLst>
            <pc:docMk/>
            <pc:sldMk cId="1189910763" sldId="261"/>
            <ac:cxnSpMk id="30" creationId="{C8963198-1C13-6443-BE92-B69F9D9E0C50}"/>
          </ac:cxnSpMkLst>
        </pc:cxnChg>
        <pc:cxnChg chg="mod">
          <ac:chgData name="Richard Edwards" userId="b3b31591-56be-4698-ab62-08e15d500d26" providerId="ADAL" clId="{B5DD0B88-750F-5648-B136-658DE2D467BF}" dt="2021-04-23T04:09:38.025" v="18" actId="1076"/>
          <ac:cxnSpMkLst>
            <pc:docMk/>
            <pc:sldMk cId="1189910763" sldId="261"/>
            <ac:cxnSpMk id="33" creationId="{F493B583-2A6D-3B4E-A76B-84DD3643969A}"/>
          </ac:cxnSpMkLst>
        </pc:cxnChg>
        <pc:cxnChg chg="mod">
          <ac:chgData name="Richard Edwards" userId="b3b31591-56be-4698-ab62-08e15d500d26" providerId="ADAL" clId="{B5DD0B88-750F-5648-B136-658DE2D467BF}" dt="2021-04-23T04:09:38.025" v="18" actId="1076"/>
          <ac:cxnSpMkLst>
            <pc:docMk/>
            <pc:sldMk cId="1189910763" sldId="261"/>
            <ac:cxnSpMk id="36" creationId="{E3D2E16F-87C3-E445-8E05-2B6338F16559}"/>
          </ac:cxnSpMkLst>
        </pc:cxnChg>
        <pc:cxnChg chg="add mod">
          <ac:chgData name="Richard Edwards" userId="b3b31591-56be-4698-ab62-08e15d500d26" providerId="ADAL" clId="{B5DD0B88-750F-5648-B136-658DE2D467BF}" dt="2021-04-23T04:19:56.954" v="158" actId="693"/>
          <ac:cxnSpMkLst>
            <pc:docMk/>
            <pc:sldMk cId="1189910763" sldId="261"/>
            <ac:cxnSpMk id="37" creationId="{EA751FBE-B5C4-C142-9B6E-AB3968C52F6F}"/>
          </ac:cxnSpMkLst>
        </pc:cxnChg>
        <pc:cxnChg chg="mod">
          <ac:chgData name="Richard Edwards" userId="b3b31591-56be-4698-ab62-08e15d500d26" providerId="ADAL" clId="{B5DD0B88-750F-5648-B136-658DE2D467BF}" dt="2021-04-23T04:09:38.025" v="18" actId="1076"/>
          <ac:cxnSpMkLst>
            <pc:docMk/>
            <pc:sldMk cId="1189910763" sldId="261"/>
            <ac:cxnSpMk id="39" creationId="{8C73BE17-8077-D64A-B571-232ACB2DC257}"/>
          </ac:cxnSpMkLst>
        </pc:cxnChg>
        <pc:cxnChg chg="mod">
          <ac:chgData name="Richard Edwards" userId="b3b31591-56be-4698-ab62-08e15d500d26" providerId="ADAL" clId="{B5DD0B88-750F-5648-B136-658DE2D467BF}" dt="2021-04-23T04:09:38.025" v="18" actId="1076"/>
          <ac:cxnSpMkLst>
            <pc:docMk/>
            <pc:sldMk cId="1189910763" sldId="261"/>
            <ac:cxnSpMk id="42" creationId="{125A354B-E52F-B642-8D39-D479F1BB09A9}"/>
          </ac:cxnSpMkLst>
        </pc:cxnChg>
        <pc:cxnChg chg="mod">
          <ac:chgData name="Richard Edwards" userId="b3b31591-56be-4698-ab62-08e15d500d26" providerId="ADAL" clId="{B5DD0B88-750F-5648-B136-658DE2D467BF}" dt="2021-04-23T04:09:38.025" v="18" actId="1076"/>
          <ac:cxnSpMkLst>
            <pc:docMk/>
            <pc:sldMk cId="1189910763" sldId="261"/>
            <ac:cxnSpMk id="45" creationId="{C3C2920C-2A1E-2347-AE2D-15ACB789124B}"/>
          </ac:cxnSpMkLst>
        </pc:cxnChg>
        <pc:cxnChg chg="mod">
          <ac:chgData name="Richard Edwards" userId="b3b31591-56be-4698-ab62-08e15d500d26" providerId="ADAL" clId="{B5DD0B88-750F-5648-B136-658DE2D467BF}" dt="2021-04-23T04:09:38.025" v="18" actId="1076"/>
          <ac:cxnSpMkLst>
            <pc:docMk/>
            <pc:sldMk cId="1189910763" sldId="261"/>
            <ac:cxnSpMk id="48" creationId="{32FE37A9-AC35-324F-8F3E-A631B5E8F2D0}"/>
          </ac:cxnSpMkLst>
        </pc:cxnChg>
        <pc:cxnChg chg="mod">
          <ac:chgData name="Richard Edwards" userId="b3b31591-56be-4698-ab62-08e15d500d26" providerId="ADAL" clId="{B5DD0B88-750F-5648-B136-658DE2D467BF}" dt="2021-04-23T04:09:38.025" v="18" actId="1076"/>
          <ac:cxnSpMkLst>
            <pc:docMk/>
            <pc:sldMk cId="1189910763" sldId="261"/>
            <ac:cxnSpMk id="51" creationId="{703F8E73-5490-5349-85EE-AC37B9FA55C5}"/>
          </ac:cxnSpMkLst>
        </pc:cxnChg>
        <pc:cxnChg chg="mod">
          <ac:chgData name="Richard Edwards" userId="b3b31591-56be-4698-ab62-08e15d500d26" providerId="ADAL" clId="{B5DD0B88-750F-5648-B136-658DE2D467BF}" dt="2021-04-23T04:09:38.025" v="18" actId="1076"/>
          <ac:cxnSpMkLst>
            <pc:docMk/>
            <pc:sldMk cId="1189910763" sldId="261"/>
            <ac:cxnSpMk id="54" creationId="{BADACA47-4491-6F42-BA41-F5FE9347D61E}"/>
          </ac:cxnSpMkLst>
        </pc:cxnChg>
        <pc:cxnChg chg="mod">
          <ac:chgData name="Richard Edwards" userId="b3b31591-56be-4698-ab62-08e15d500d26" providerId="ADAL" clId="{B5DD0B88-750F-5648-B136-658DE2D467BF}" dt="2021-04-23T04:09:38.025" v="18" actId="1076"/>
          <ac:cxnSpMkLst>
            <pc:docMk/>
            <pc:sldMk cId="1189910763" sldId="261"/>
            <ac:cxnSpMk id="57" creationId="{7F02A0E8-B05C-7E49-A95E-400643A3E742}"/>
          </ac:cxnSpMkLst>
        </pc:cxnChg>
        <pc:cxnChg chg="mod">
          <ac:chgData name="Richard Edwards" userId="b3b31591-56be-4698-ab62-08e15d500d26" providerId="ADAL" clId="{B5DD0B88-750F-5648-B136-658DE2D467BF}" dt="2021-04-23T04:09:38.025" v="18" actId="1076"/>
          <ac:cxnSpMkLst>
            <pc:docMk/>
            <pc:sldMk cId="1189910763" sldId="261"/>
            <ac:cxnSpMk id="61" creationId="{33842EA1-712D-7F40-94D9-CB6C8EFAC58F}"/>
          </ac:cxnSpMkLst>
        </pc:cxnChg>
        <pc:cxnChg chg="mod">
          <ac:chgData name="Richard Edwards" userId="b3b31591-56be-4698-ab62-08e15d500d26" providerId="ADAL" clId="{B5DD0B88-750F-5648-B136-658DE2D467BF}" dt="2021-04-23T04:09:38.025" v="18" actId="1076"/>
          <ac:cxnSpMkLst>
            <pc:docMk/>
            <pc:sldMk cId="1189910763" sldId="261"/>
            <ac:cxnSpMk id="64" creationId="{2454C7CF-39F1-A540-AF51-7C441E5D3ED7}"/>
          </ac:cxnSpMkLst>
        </pc:cxnChg>
        <pc:cxnChg chg="add mod">
          <ac:chgData name="Richard Edwards" userId="b3b31591-56be-4698-ab62-08e15d500d26" providerId="ADAL" clId="{B5DD0B88-750F-5648-B136-658DE2D467BF}" dt="2021-04-23T04:19:04.891" v="130" actId="1076"/>
          <ac:cxnSpMkLst>
            <pc:docMk/>
            <pc:sldMk cId="1189910763" sldId="261"/>
            <ac:cxnSpMk id="65" creationId="{EB8386F6-298A-A946-BD93-9CBE00982C6E}"/>
          </ac:cxnSpMkLst>
        </pc:cxnChg>
        <pc:cxnChg chg="add mod">
          <ac:chgData name="Richard Edwards" userId="b3b31591-56be-4698-ab62-08e15d500d26" providerId="ADAL" clId="{B5DD0B88-750F-5648-B136-658DE2D467BF}" dt="2021-04-23T04:20:12.108" v="159" actId="1076"/>
          <ac:cxnSpMkLst>
            <pc:docMk/>
            <pc:sldMk cId="1189910763" sldId="261"/>
            <ac:cxnSpMk id="66" creationId="{ED199D1F-A2EB-0F45-B7BA-31CB67AB7023}"/>
          </ac:cxnSpMkLst>
        </pc:cxnChg>
        <pc:cxnChg chg="add mod">
          <ac:chgData name="Richard Edwards" userId="b3b31591-56be-4698-ab62-08e15d500d26" providerId="ADAL" clId="{B5DD0B88-750F-5648-B136-658DE2D467BF}" dt="2021-04-23T04:20:14.639" v="160" actId="14100"/>
          <ac:cxnSpMkLst>
            <pc:docMk/>
            <pc:sldMk cId="1189910763" sldId="261"/>
            <ac:cxnSpMk id="67" creationId="{64716A15-DE72-054D-A037-4D277655105D}"/>
          </ac:cxnSpMkLst>
        </pc:cxnChg>
        <pc:cxnChg chg="mod">
          <ac:chgData name="Richard Edwards" userId="b3b31591-56be-4698-ab62-08e15d500d26" providerId="ADAL" clId="{B5DD0B88-750F-5648-B136-658DE2D467BF}" dt="2021-04-23T04:09:38.025" v="18" actId="1076"/>
          <ac:cxnSpMkLst>
            <pc:docMk/>
            <pc:sldMk cId="1189910763" sldId="261"/>
            <ac:cxnSpMk id="68" creationId="{2503B923-05EA-9E42-86DA-E065F3F0BD52}"/>
          </ac:cxnSpMkLst>
        </pc:cxnChg>
        <pc:cxnChg chg="mod">
          <ac:chgData name="Richard Edwards" userId="b3b31591-56be-4698-ab62-08e15d500d26" providerId="ADAL" clId="{B5DD0B88-750F-5648-B136-658DE2D467BF}" dt="2021-04-23T04:09:38.025" v="18" actId="1076"/>
          <ac:cxnSpMkLst>
            <pc:docMk/>
            <pc:sldMk cId="1189910763" sldId="261"/>
            <ac:cxnSpMk id="72" creationId="{DE0AE5B1-2B1D-1846-AE3D-AC52A5999740}"/>
          </ac:cxnSpMkLst>
        </pc:cxnChg>
        <pc:cxnChg chg="mod">
          <ac:chgData name="Richard Edwards" userId="b3b31591-56be-4698-ab62-08e15d500d26" providerId="ADAL" clId="{B5DD0B88-750F-5648-B136-658DE2D467BF}" dt="2021-04-23T04:09:38.025" v="18" actId="1076"/>
          <ac:cxnSpMkLst>
            <pc:docMk/>
            <pc:sldMk cId="1189910763" sldId="261"/>
            <ac:cxnSpMk id="75" creationId="{B829CCCE-0317-C54F-9F7F-C6E1BCE781F7}"/>
          </ac:cxnSpMkLst>
        </pc:cxnChg>
        <pc:cxnChg chg="mod">
          <ac:chgData name="Richard Edwards" userId="b3b31591-56be-4698-ab62-08e15d500d26" providerId="ADAL" clId="{B5DD0B88-750F-5648-B136-658DE2D467BF}" dt="2021-04-23T04:09:38.025" v="18" actId="1076"/>
          <ac:cxnSpMkLst>
            <pc:docMk/>
            <pc:sldMk cId="1189910763" sldId="261"/>
            <ac:cxnSpMk id="78" creationId="{154C085D-2A13-EA40-964A-51EDCC61981C}"/>
          </ac:cxnSpMkLst>
        </pc:cxnChg>
        <pc:cxnChg chg="add mod">
          <ac:chgData name="Richard Edwards" userId="b3b31591-56be-4698-ab62-08e15d500d26" providerId="ADAL" clId="{B5DD0B88-750F-5648-B136-658DE2D467BF}" dt="2021-04-23T04:39:48.648" v="169" actId="1076"/>
          <ac:cxnSpMkLst>
            <pc:docMk/>
            <pc:sldMk cId="1189910763" sldId="261"/>
            <ac:cxnSpMk id="79" creationId="{5022605B-EFB9-4C46-A07A-A61C72CB0DA1}"/>
          </ac:cxnSpMkLst>
        </pc:cxnChg>
        <pc:cxnChg chg="mod">
          <ac:chgData name="Richard Edwards" userId="b3b31591-56be-4698-ab62-08e15d500d26" providerId="ADAL" clId="{B5DD0B88-750F-5648-B136-658DE2D467BF}" dt="2021-04-23T04:09:38.025" v="18" actId="1076"/>
          <ac:cxnSpMkLst>
            <pc:docMk/>
            <pc:sldMk cId="1189910763" sldId="261"/>
            <ac:cxnSpMk id="81" creationId="{44F3AE2D-496E-6747-9D5A-F78E7A0C3B6A}"/>
          </ac:cxnSpMkLst>
        </pc:cxnChg>
        <pc:cxnChg chg="mod">
          <ac:chgData name="Richard Edwards" userId="b3b31591-56be-4698-ab62-08e15d500d26" providerId="ADAL" clId="{B5DD0B88-750F-5648-B136-658DE2D467BF}" dt="2021-04-23T04:09:38.025" v="18" actId="1076"/>
          <ac:cxnSpMkLst>
            <pc:docMk/>
            <pc:sldMk cId="1189910763" sldId="261"/>
            <ac:cxnSpMk id="87" creationId="{5D585FEF-43D5-8143-8EEA-850654CFD597}"/>
          </ac:cxnSpMkLst>
        </pc:cxnChg>
        <pc:cxnChg chg="add mod">
          <ac:chgData name="Richard Edwards" userId="b3b31591-56be-4698-ab62-08e15d500d26" providerId="ADAL" clId="{B5DD0B88-750F-5648-B136-658DE2D467BF}" dt="2021-04-23T05:18:14.559" v="212" actId="14100"/>
          <ac:cxnSpMkLst>
            <pc:docMk/>
            <pc:sldMk cId="1189910763" sldId="261"/>
            <ac:cxnSpMk id="94" creationId="{6E96F675-917E-7243-8FF5-8C42CB2DCFD9}"/>
          </ac:cxnSpMkLst>
        </pc:cxnChg>
        <pc:cxnChg chg="add mod">
          <ac:chgData name="Richard Edwards" userId="b3b31591-56be-4698-ab62-08e15d500d26" providerId="ADAL" clId="{B5DD0B88-750F-5648-B136-658DE2D467BF}" dt="2021-04-28T01:07:01.260" v="649" actId="14100"/>
          <ac:cxnSpMkLst>
            <pc:docMk/>
            <pc:sldMk cId="1189910763" sldId="261"/>
            <ac:cxnSpMk id="100" creationId="{0E8FF9E5-F7E9-D240-918F-29010E93B9F1}"/>
          </ac:cxnSpMkLst>
        </pc:cxnChg>
        <pc:cxnChg chg="add mod">
          <ac:chgData name="Richard Edwards" userId="b3b31591-56be-4698-ab62-08e15d500d26" providerId="ADAL" clId="{B5DD0B88-750F-5648-B136-658DE2D467BF}" dt="2021-04-23T05:41:09.220" v="346" actId="14100"/>
          <ac:cxnSpMkLst>
            <pc:docMk/>
            <pc:sldMk cId="1189910763" sldId="261"/>
            <ac:cxnSpMk id="112" creationId="{80B99919-0D42-CB4B-B5A7-1C8AF096FCB1}"/>
          </ac:cxnSpMkLst>
        </pc:cxnChg>
        <pc:cxnChg chg="add mod">
          <ac:chgData name="Richard Edwards" userId="b3b31591-56be-4698-ab62-08e15d500d26" providerId="ADAL" clId="{B5DD0B88-750F-5648-B136-658DE2D467BF}" dt="2021-04-28T04:53:32.919" v="1051" actId="14100"/>
          <ac:cxnSpMkLst>
            <pc:docMk/>
            <pc:sldMk cId="1189910763" sldId="261"/>
            <ac:cxnSpMk id="129" creationId="{1176933E-75E4-CD48-A774-95B483599EFE}"/>
          </ac:cxnSpMkLst>
        </pc:cxnChg>
        <pc:cxnChg chg="add mod">
          <ac:chgData name="Richard Edwards" userId="b3b31591-56be-4698-ab62-08e15d500d26" providerId="ADAL" clId="{B5DD0B88-750F-5648-B136-658DE2D467BF}" dt="2021-04-28T04:55:28.095" v="1088" actId="14100"/>
          <ac:cxnSpMkLst>
            <pc:docMk/>
            <pc:sldMk cId="1189910763" sldId="261"/>
            <ac:cxnSpMk id="157" creationId="{CD8921B9-80E1-2748-B8DB-6600065C94D5}"/>
          </ac:cxnSpMkLst>
        </pc:cxnChg>
        <pc:cxnChg chg="add mod">
          <ac:chgData name="Richard Edwards" userId="b3b31591-56be-4698-ab62-08e15d500d26" providerId="ADAL" clId="{B5DD0B88-750F-5648-B136-658DE2D467BF}" dt="2021-04-28T04:55:32.382" v="1091" actId="14100"/>
          <ac:cxnSpMkLst>
            <pc:docMk/>
            <pc:sldMk cId="1189910763" sldId="261"/>
            <ac:cxnSpMk id="158" creationId="{AEBF3C8B-9D94-4142-BC89-6502D3BA439E}"/>
          </ac:cxnSpMkLst>
        </pc:cxnChg>
        <pc:cxnChg chg="add mod">
          <ac:chgData name="Richard Edwards" userId="b3b31591-56be-4698-ab62-08e15d500d26" providerId="ADAL" clId="{B5DD0B88-750F-5648-B136-658DE2D467BF}" dt="2021-04-28T04:56:17.573" v="1097" actId="14100"/>
          <ac:cxnSpMkLst>
            <pc:docMk/>
            <pc:sldMk cId="1189910763" sldId="261"/>
            <ac:cxnSpMk id="160" creationId="{2A7F0F2B-9566-1546-B988-8C1CAC348F54}"/>
          </ac:cxnSpMkLst>
        </pc:cxnChg>
        <pc:cxnChg chg="add mod">
          <ac:chgData name="Richard Edwards" userId="b3b31591-56be-4698-ab62-08e15d500d26" providerId="ADAL" clId="{B5DD0B88-750F-5648-B136-658DE2D467BF}" dt="2021-04-28T04:57:16.174" v="1143" actId="1076"/>
          <ac:cxnSpMkLst>
            <pc:docMk/>
            <pc:sldMk cId="1189910763" sldId="261"/>
            <ac:cxnSpMk id="162" creationId="{E5DB3F6F-8E88-024A-B5A5-BBD6EC892A63}"/>
          </ac:cxnSpMkLst>
        </pc:cxnChg>
        <pc:cxnChg chg="add mod">
          <ac:chgData name="Richard Edwards" userId="b3b31591-56be-4698-ab62-08e15d500d26" providerId="ADAL" clId="{B5DD0B88-750F-5648-B136-658DE2D467BF}" dt="2021-04-28T05:21:09.041" v="1169" actId="14100"/>
          <ac:cxnSpMkLst>
            <pc:docMk/>
            <pc:sldMk cId="1189910763" sldId="261"/>
            <ac:cxnSpMk id="173" creationId="{75E39C54-B06B-BB4D-900C-C525E451C3D9}"/>
          </ac:cxnSpMkLst>
        </pc:cxnChg>
        <pc:cxnChg chg="add mod">
          <ac:chgData name="Richard Edwards" userId="b3b31591-56be-4698-ab62-08e15d500d26" providerId="ADAL" clId="{B5DD0B88-750F-5648-B136-658DE2D467BF}" dt="2021-04-28T05:52:20.809" v="1204" actId="14100"/>
          <ac:cxnSpMkLst>
            <pc:docMk/>
            <pc:sldMk cId="1189910763" sldId="261"/>
            <ac:cxnSpMk id="181" creationId="{EFD9BF70-79CE-C24B-96FC-A616D7B34E49}"/>
          </ac:cxnSpMkLst>
        </pc:cxnChg>
        <pc:cxnChg chg="add mod">
          <ac:chgData name="Richard Edwards" userId="b3b31591-56be-4698-ab62-08e15d500d26" providerId="ADAL" clId="{B5DD0B88-750F-5648-B136-658DE2D467BF}" dt="2021-04-28T06:14:17.902" v="1268" actId="571"/>
          <ac:cxnSpMkLst>
            <pc:docMk/>
            <pc:sldMk cId="1189910763" sldId="261"/>
            <ac:cxnSpMk id="195" creationId="{DFF3D5A9-1DF9-C446-86DE-DED575ABE88F}"/>
          </ac:cxnSpMkLst>
        </pc:cxnChg>
        <pc:cxnChg chg="add mod">
          <ac:chgData name="Richard Edwards" userId="b3b31591-56be-4698-ab62-08e15d500d26" providerId="ADAL" clId="{B5DD0B88-750F-5648-B136-658DE2D467BF}" dt="2021-04-28T06:14:39.397" v="1271" actId="1076"/>
          <ac:cxnSpMkLst>
            <pc:docMk/>
            <pc:sldMk cId="1189910763" sldId="261"/>
            <ac:cxnSpMk id="197" creationId="{77504DA6-EBB0-B94C-949B-3109811CEEC4}"/>
          </ac:cxnSpMkLst>
        </pc:cxnChg>
        <pc:cxnChg chg="add mod">
          <ac:chgData name="Richard Edwards" userId="b3b31591-56be-4698-ab62-08e15d500d26" providerId="ADAL" clId="{B5DD0B88-750F-5648-B136-658DE2D467BF}" dt="2021-04-28T06:14:45.486" v="1272" actId="571"/>
          <ac:cxnSpMkLst>
            <pc:docMk/>
            <pc:sldMk cId="1189910763" sldId="261"/>
            <ac:cxnSpMk id="199" creationId="{E2275765-BF76-024B-914E-F42EE0EA0A20}"/>
          </ac:cxnSpMkLst>
        </pc:cxnChg>
        <pc:cxnChg chg="add mod">
          <ac:chgData name="Richard Edwards" userId="b3b31591-56be-4698-ab62-08e15d500d26" providerId="ADAL" clId="{B5DD0B88-750F-5648-B136-658DE2D467BF}" dt="2021-04-28T06:15:27.740" v="1307" actId="571"/>
          <ac:cxnSpMkLst>
            <pc:docMk/>
            <pc:sldMk cId="1189910763" sldId="261"/>
            <ac:cxnSpMk id="201" creationId="{C79C21DC-7191-1B4B-AE1E-965BEF723B5E}"/>
          </ac:cxnSpMkLst>
        </pc:cxnChg>
      </pc:sldChg>
      <pc:sldChg chg="addSp delSp modSp add mod">
        <pc:chgData name="Richard Edwards" userId="b3b31591-56be-4698-ab62-08e15d500d26" providerId="ADAL" clId="{B5DD0B88-750F-5648-B136-658DE2D467BF}" dt="2021-04-28T01:14:52.014" v="1001" actId="12"/>
        <pc:sldMkLst>
          <pc:docMk/>
          <pc:sldMk cId="2538098870" sldId="262"/>
        </pc:sldMkLst>
        <pc:spChg chg="mod">
          <ac:chgData name="Richard Edwards" userId="b3b31591-56be-4698-ab62-08e15d500d26" providerId="ADAL" clId="{B5DD0B88-750F-5648-B136-658DE2D467BF}" dt="2021-04-28T00:31:53.177" v="351" actId="571"/>
          <ac:spMkLst>
            <pc:docMk/>
            <pc:sldMk cId="2538098870" sldId="262"/>
            <ac:spMk id="225" creationId="{2773DADB-46E5-374D-B7AB-CBA74E49D3D1}"/>
          </ac:spMkLst>
        </pc:spChg>
        <pc:spChg chg="mod">
          <ac:chgData name="Richard Edwards" userId="b3b31591-56be-4698-ab62-08e15d500d26" providerId="ADAL" clId="{B5DD0B88-750F-5648-B136-658DE2D467BF}" dt="2021-04-28T00:31:53.177" v="351" actId="571"/>
          <ac:spMkLst>
            <pc:docMk/>
            <pc:sldMk cId="2538098870" sldId="262"/>
            <ac:spMk id="226" creationId="{B81A500C-A037-774C-962C-94EA008B2164}"/>
          </ac:spMkLst>
        </pc:spChg>
        <pc:spChg chg="mod">
          <ac:chgData name="Richard Edwards" userId="b3b31591-56be-4698-ab62-08e15d500d26" providerId="ADAL" clId="{B5DD0B88-750F-5648-B136-658DE2D467BF}" dt="2021-04-28T00:31:53.177" v="351" actId="571"/>
          <ac:spMkLst>
            <pc:docMk/>
            <pc:sldMk cId="2538098870" sldId="262"/>
            <ac:spMk id="227" creationId="{EC10C1E4-76EC-3B47-8EA9-511B0AB87758}"/>
          </ac:spMkLst>
        </pc:spChg>
        <pc:spChg chg="mod">
          <ac:chgData name="Richard Edwards" userId="b3b31591-56be-4698-ab62-08e15d500d26" providerId="ADAL" clId="{B5DD0B88-750F-5648-B136-658DE2D467BF}" dt="2021-04-28T00:31:53.177" v="351" actId="571"/>
          <ac:spMkLst>
            <pc:docMk/>
            <pc:sldMk cId="2538098870" sldId="262"/>
            <ac:spMk id="228" creationId="{A03512F1-BD3F-EA46-866A-A5B111B1CA21}"/>
          </ac:spMkLst>
        </pc:spChg>
        <pc:spChg chg="add mod">
          <ac:chgData name="Richard Edwards" userId="b3b31591-56be-4698-ab62-08e15d500d26" providerId="ADAL" clId="{B5DD0B88-750F-5648-B136-658DE2D467BF}" dt="2021-04-28T01:10:30.848" v="664" actId="20577"/>
          <ac:spMkLst>
            <pc:docMk/>
            <pc:sldMk cId="2538098870" sldId="262"/>
            <ac:spMk id="229" creationId="{C04F68AF-9D65-444F-BC76-BCBA3C35157E}"/>
          </ac:spMkLst>
        </pc:spChg>
        <pc:spChg chg="add mod">
          <ac:chgData name="Richard Edwards" userId="b3b31591-56be-4698-ab62-08e15d500d26" providerId="ADAL" clId="{B5DD0B88-750F-5648-B136-658DE2D467BF}" dt="2021-04-28T00:34:03.361" v="409" actId="208"/>
          <ac:spMkLst>
            <pc:docMk/>
            <pc:sldMk cId="2538098870" sldId="262"/>
            <ac:spMk id="233" creationId="{4C9E207E-8707-F14B-A371-F8D62B85E8A3}"/>
          </ac:spMkLst>
        </pc:spChg>
        <pc:spChg chg="add mod">
          <ac:chgData name="Richard Edwards" userId="b3b31591-56be-4698-ab62-08e15d500d26" providerId="ADAL" clId="{B5DD0B88-750F-5648-B136-658DE2D467BF}" dt="2021-04-28T01:10:43.446" v="676" actId="20577"/>
          <ac:spMkLst>
            <pc:docMk/>
            <pc:sldMk cId="2538098870" sldId="262"/>
            <ac:spMk id="238" creationId="{8E70B445-D52F-5D40-85C7-98B4FF539B23}"/>
          </ac:spMkLst>
        </pc:spChg>
        <pc:spChg chg="add mod">
          <ac:chgData name="Richard Edwards" userId="b3b31591-56be-4698-ab62-08e15d500d26" providerId="ADAL" clId="{B5DD0B88-750F-5648-B136-658DE2D467BF}" dt="2021-04-28T01:10:38.609" v="670" actId="20577"/>
          <ac:spMkLst>
            <pc:docMk/>
            <pc:sldMk cId="2538098870" sldId="262"/>
            <ac:spMk id="239" creationId="{386E57EE-0608-AE41-9DBA-9D29211A6742}"/>
          </ac:spMkLst>
        </pc:spChg>
        <pc:spChg chg="add mod">
          <ac:chgData name="Richard Edwards" userId="b3b31591-56be-4698-ab62-08e15d500d26" providerId="ADAL" clId="{B5DD0B88-750F-5648-B136-658DE2D467BF}" dt="2021-04-28T01:14:52.014" v="1001" actId="12"/>
          <ac:spMkLst>
            <pc:docMk/>
            <pc:sldMk cId="2538098870" sldId="262"/>
            <ac:spMk id="241" creationId="{6A2954B0-96FE-A946-AE7C-FA7554745C8E}"/>
          </ac:spMkLst>
        </pc:spChg>
        <pc:spChg chg="mod">
          <ac:chgData name="Richard Edwards" userId="b3b31591-56be-4698-ab62-08e15d500d26" providerId="ADAL" clId="{B5DD0B88-750F-5648-B136-658DE2D467BF}" dt="2021-04-28T00:32:46.973" v="381" actId="14100"/>
          <ac:spMkLst>
            <pc:docMk/>
            <pc:sldMk cId="2538098870" sldId="262"/>
            <ac:spMk id="630" creationId="{481A6523-15F1-5B4F-B2F4-F40508CDD6DD}"/>
          </ac:spMkLst>
        </pc:spChg>
        <pc:spChg chg="mod">
          <ac:chgData name="Richard Edwards" userId="b3b31591-56be-4698-ab62-08e15d500d26" providerId="ADAL" clId="{B5DD0B88-750F-5648-B136-658DE2D467BF}" dt="2021-04-28T00:31:14.937" v="350" actId="1076"/>
          <ac:spMkLst>
            <pc:docMk/>
            <pc:sldMk cId="2538098870" sldId="262"/>
            <ac:spMk id="1078" creationId="{F680606B-48EF-2647-9A63-B1AC5EAE2847}"/>
          </ac:spMkLst>
        </pc:spChg>
        <pc:spChg chg="mod">
          <ac:chgData name="Richard Edwards" userId="b3b31591-56be-4698-ab62-08e15d500d26" providerId="ADAL" clId="{B5DD0B88-750F-5648-B136-658DE2D467BF}" dt="2021-04-28T00:31:14.937" v="350" actId="1076"/>
          <ac:spMkLst>
            <pc:docMk/>
            <pc:sldMk cId="2538098870" sldId="262"/>
            <ac:spMk id="1081" creationId="{7E8E9833-3AAF-864D-8C4B-45C6EE6A5F3B}"/>
          </ac:spMkLst>
        </pc:spChg>
        <pc:spChg chg="mod">
          <ac:chgData name="Richard Edwards" userId="b3b31591-56be-4698-ab62-08e15d500d26" providerId="ADAL" clId="{B5DD0B88-750F-5648-B136-658DE2D467BF}" dt="2021-04-28T00:31:14.937" v="350" actId="1076"/>
          <ac:spMkLst>
            <pc:docMk/>
            <pc:sldMk cId="2538098870" sldId="262"/>
            <ac:spMk id="1091" creationId="{AEA14AEA-0C37-9E43-842D-8F4F89F166A1}"/>
          </ac:spMkLst>
        </pc:spChg>
        <pc:grpChg chg="add del mod">
          <ac:chgData name="Richard Edwards" userId="b3b31591-56be-4698-ab62-08e15d500d26" providerId="ADAL" clId="{B5DD0B88-750F-5648-B136-658DE2D467BF}" dt="2021-04-28T00:32:16.226" v="352" actId="478"/>
          <ac:grpSpMkLst>
            <pc:docMk/>
            <pc:sldMk cId="2538098870" sldId="262"/>
            <ac:grpSpMk id="222" creationId="{63695259-834C-554A-B3E0-C9923DD7D056}"/>
          </ac:grpSpMkLst>
        </pc:grpChg>
        <pc:grpChg chg="mod">
          <ac:chgData name="Richard Edwards" userId="b3b31591-56be-4698-ab62-08e15d500d26" providerId="ADAL" clId="{B5DD0B88-750F-5648-B136-658DE2D467BF}" dt="2021-04-28T00:31:53.177" v="351" actId="571"/>
          <ac:grpSpMkLst>
            <pc:docMk/>
            <pc:sldMk cId="2538098870" sldId="262"/>
            <ac:grpSpMk id="223" creationId="{5F7AAEDA-D303-5944-A5A7-DCF170AAA47F}"/>
          </ac:grpSpMkLst>
        </pc:grpChg>
        <pc:grpChg chg="mod">
          <ac:chgData name="Richard Edwards" userId="b3b31591-56be-4698-ab62-08e15d500d26" providerId="ADAL" clId="{B5DD0B88-750F-5648-B136-658DE2D467BF}" dt="2021-04-28T00:31:53.177" v="351" actId="571"/>
          <ac:grpSpMkLst>
            <pc:docMk/>
            <pc:sldMk cId="2538098870" sldId="262"/>
            <ac:grpSpMk id="224" creationId="{DF06374F-1333-B945-9E22-731669F006E0}"/>
          </ac:grpSpMkLst>
        </pc:grpChg>
        <pc:cxnChg chg="add mod">
          <ac:chgData name="Richard Edwards" userId="b3b31591-56be-4698-ab62-08e15d500d26" providerId="ADAL" clId="{B5DD0B88-750F-5648-B136-658DE2D467BF}" dt="2021-04-28T00:34:29.839" v="421" actId="1037"/>
          <ac:cxnSpMkLst>
            <pc:docMk/>
            <pc:sldMk cId="2538098870" sldId="262"/>
            <ac:cxnSpMk id="230" creationId="{E7637AE0-C103-124F-A277-08D80B23FA9E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6D03D0-C5EF-244F-AD61-ACB4120501D1}" type="datetimeFigureOut">
              <a:rPr lang="en-US" smtClean="0"/>
              <a:t>4/28/21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916B6A-CFBB-ED4C-93D3-A69ABB239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26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916B6A-CFBB-ED4C-93D3-A69ABB23972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9187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916B6A-CFBB-ED4C-93D3-A69ABB23972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16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5519B-2C89-D647-908C-0286FE4B9BF7}" type="datetimeFigureOut">
              <a:rPr lang="en-US" smtClean="0"/>
              <a:t>4/28/21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18148-1638-5841-A98F-CE4C831D7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060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5519B-2C89-D647-908C-0286FE4B9BF7}" type="datetimeFigureOut">
              <a:rPr lang="en-US" smtClean="0"/>
              <a:t>4/28/21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18148-1638-5841-A98F-CE4C831D7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403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5519B-2C89-D647-908C-0286FE4B9BF7}" type="datetimeFigureOut">
              <a:rPr lang="en-US" smtClean="0"/>
              <a:t>4/28/21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18148-1638-5841-A98F-CE4C831D7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428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5519B-2C89-D647-908C-0286FE4B9BF7}" type="datetimeFigureOut">
              <a:rPr lang="en-US" smtClean="0"/>
              <a:t>4/28/21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18148-1638-5841-A98F-CE4C831D7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830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5519B-2C89-D647-908C-0286FE4B9BF7}" type="datetimeFigureOut">
              <a:rPr lang="en-US" smtClean="0"/>
              <a:t>4/28/21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18148-1638-5841-A98F-CE4C831D7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303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5519B-2C89-D647-908C-0286FE4B9BF7}" type="datetimeFigureOut">
              <a:rPr lang="en-US" smtClean="0"/>
              <a:t>4/28/21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18148-1638-5841-A98F-CE4C831D7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954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5519B-2C89-D647-908C-0286FE4B9BF7}" type="datetimeFigureOut">
              <a:rPr lang="en-US" smtClean="0"/>
              <a:t>4/28/21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18148-1638-5841-A98F-CE4C831D7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249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5519B-2C89-D647-908C-0286FE4B9BF7}" type="datetimeFigureOut">
              <a:rPr lang="en-US" smtClean="0"/>
              <a:t>4/28/21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18148-1638-5841-A98F-CE4C831D7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01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5519B-2C89-D647-908C-0286FE4B9BF7}" type="datetimeFigureOut">
              <a:rPr lang="en-US" smtClean="0"/>
              <a:t>4/28/21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18148-1638-5841-A98F-CE4C831D7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025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5519B-2C89-D647-908C-0286FE4B9BF7}" type="datetimeFigureOut">
              <a:rPr lang="en-US" smtClean="0"/>
              <a:t>4/28/21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18148-1638-5841-A98F-CE4C831D7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443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5519B-2C89-D647-908C-0286FE4B9BF7}" type="datetimeFigureOut">
              <a:rPr lang="en-US" smtClean="0"/>
              <a:t>4/28/21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18148-1638-5841-A98F-CE4C831D7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326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15519B-2C89-D647-908C-0286FE4B9BF7}" type="datetimeFigureOut">
              <a:rPr lang="en-US" smtClean="0"/>
              <a:t>4/28/21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C18148-1638-5841-A98F-CE4C831D7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153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4" name="Group 1073">
            <a:extLst>
              <a:ext uri="{FF2B5EF4-FFF2-40B4-BE49-F238E27FC236}">
                <a16:creationId xmlns:a16="http://schemas.microsoft.com/office/drawing/2014/main" id="{C5004D99-29B8-AC4B-B814-2C5452440398}"/>
              </a:ext>
            </a:extLst>
          </p:cNvPr>
          <p:cNvGrpSpPr/>
          <p:nvPr/>
        </p:nvGrpSpPr>
        <p:grpSpPr>
          <a:xfrm>
            <a:off x="-5894860" y="993334"/>
            <a:ext cx="2661003" cy="184669"/>
            <a:chOff x="158460" y="383222"/>
            <a:chExt cx="8373991" cy="369332"/>
          </a:xfrm>
        </p:grpSpPr>
        <p:grpSp>
          <p:nvGrpSpPr>
            <p:cNvPr id="1114" name="Group 1113">
              <a:extLst>
                <a:ext uri="{FF2B5EF4-FFF2-40B4-BE49-F238E27FC236}">
                  <a16:creationId xmlns:a16="http://schemas.microsoft.com/office/drawing/2014/main" id="{93137A37-0293-F640-BB7D-4216BE5BB28A}"/>
                </a:ext>
              </a:extLst>
            </p:cNvPr>
            <p:cNvGrpSpPr/>
            <p:nvPr/>
          </p:nvGrpSpPr>
          <p:grpSpPr>
            <a:xfrm>
              <a:off x="158460" y="383222"/>
              <a:ext cx="1395666" cy="369332"/>
              <a:chOff x="1101736" y="2014706"/>
              <a:chExt cx="1395666" cy="369332"/>
            </a:xfrm>
          </p:grpSpPr>
          <p:sp>
            <p:nvSpPr>
              <p:cNvPr id="1130" name="Rectangle 1129">
                <a:extLst>
                  <a:ext uri="{FF2B5EF4-FFF2-40B4-BE49-F238E27FC236}">
                    <a16:creationId xmlns:a16="http://schemas.microsoft.com/office/drawing/2014/main" id="{3ED80C25-E34C-214E-98A7-3E6AFD468627}"/>
                  </a:ext>
                </a:extLst>
              </p:cNvPr>
              <p:cNvSpPr/>
              <p:nvPr/>
            </p:nvSpPr>
            <p:spPr>
              <a:xfrm>
                <a:off x="1101738" y="2014706"/>
                <a:ext cx="1395664" cy="369332"/>
              </a:xfrm>
              <a:prstGeom prst="rect">
                <a:avLst/>
              </a:prstGeom>
              <a:gradFill flip="none" rotWithShape="1">
                <a:gsLst>
                  <a:gs pos="25000">
                    <a:schemeClr val="accent1">
                      <a:lumMod val="5000"/>
                      <a:lumOff val="95000"/>
                    </a:schemeClr>
                  </a:gs>
                  <a:gs pos="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sz="1000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31" name="Rectangle 1130">
                <a:extLst>
                  <a:ext uri="{FF2B5EF4-FFF2-40B4-BE49-F238E27FC236}">
                    <a16:creationId xmlns:a16="http://schemas.microsoft.com/office/drawing/2014/main" id="{EFD46A7F-D7BC-5C48-9836-F698FAC3A143}"/>
                  </a:ext>
                </a:extLst>
              </p:cNvPr>
              <p:cNvSpPr/>
              <p:nvPr/>
            </p:nvSpPr>
            <p:spPr>
              <a:xfrm>
                <a:off x="1101736" y="2060873"/>
                <a:ext cx="1395664" cy="276999"/>
              </a:xfrm>
              <a:prstGeom prst="rect">
                <a:avLst/>
              </a:prstGeom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:r>
                  <a:rPr lang="en-AU" sz="1000" b="1" dirty="0"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PURITY</a:t>
                </a:r>
                <a:endParaRPr lang="en-US" sz="10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115" name="Group 1114">
              <a:extLst>
                <a:ext uri="{FF2B5EF4-FFF2-40B4-BE49-F238E27FC236}">
                  <a16:creationId xmlns:a16="http://schemas.microsoft.com/office/drawing/2014/main" id="{50870BF4-FF64-3C40-A16A-A69126836F8F}"/>
                </a:ext>
              </a:extLst>
            </p:cNvPr>
            <p:cNvGrpSpPr/>
            <p:nvPr/>
          </p:nvGrpSpPr>
          <p:grpSpPr>
            <a:xfrm>
              <a:off x="1554125" y="383222"/>
              <a:ext cx="1395666" cy="369332"/>
              <a:chOff x="1101736" y="2950206"/>
              <a:chExt cx="1395666" cy="369332"/>
            </a:xfrm>
          </p:grpSpPr>
          <p:sp>
            <p:nvSpPr>
              <p:cNvPr id="1128" name="Rectangle 1127">
                <a:extLst>
                  <a:ext uri="{FF2B5EF4-FFF2-40B4-BE49-F238E27FC236}">
                    <a16:creationId xmlns:a16="http://schemas.microsoft.com/office/drawing/2014/main" id="{6B9227EB-294B-4C46-B6EF-0DE61F77215D}"/>
                  </a:ext>
                </a:extLst>
              </p:cNvPr>
              <p:cNvSpPr/>
              <p:nvPr/>
            </p:nvSpPr>
            <p:spPr>
              <a:xfrm>
                <a:off x="1101738" y="2950206"/>
                <a:ext cx="1395664" cy="369332"/>
              </a:xfrm>
              <a:prstGeom prst="rect">
                <a:avLst/>
              </a:prstGeom>
              <a:gradFill flip="none" rotWithShape="1">
                <a:gsLst>
                  <a:gs pos="25000">
                    <a:schemeClr val="accent2">
                      <a:lumMod val="5000"/>
                      <a:lumOff val="95000"/>
                    </a:schemeClr>
                  </a:gs>
                  <a:gs pos="0">
                    <a:schemeClr val="accent2">
                      <a:lumMod val="45000"/>
                      <a:lumOff val="55000"/>
                    </a:schemeClr>
                  </a:gs>
                  <a:gs pos="83000">
                    <a:schemeClr val="accent2">
                      <a:lumMod val="45000"/>
                      <a:lumOff val="55000"/>
                    </a:schemeClr>
                  </a:gs>
                  <a:gs pos="100000">
                    <a:schemeClr val="accent2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sz="1000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29" name="Rectangle 1128">
                <a:extLst>
                  <a:ext uri="{FF2B5EF4-FFF2-40B4-BE49-F238E27FC236}">
                    <a16:creationId xmlns:a16="http://schemas.microsoft.com/office/drawing/2014/main" id="{D66EF32C-B6B2-134E-A0C2-380A1E573222}"/>
                  </a:ext>
                </a:extLst>
              </p:cNvPr>
              <p:cNvSpPr/>
              <p:nvPr/>
            </p:nvSpPr>
            <p:spPr>
              <a:xfrm>
                <a:off x="1101736" y="2996373"/>
                <a:ext cx="1395664" cy="276999"/>
              </a:xfrm>
              <a:prstGeom prst="rect">
                <a:avLst/>
              </a:prstGeom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:r>
                  <a:rPr lang="en-AU" sz="1000" b="1" dirty="0"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DEPTH</a:t>
                </a:r>
                <a:endParaRPr lang="en-US" sz="10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116" name="Group 1115">
              <a:extLst>
                <a:ext uri="{FF2B5EF4-FFF2-40B4-BE49-F238E27FC236}">
                  <a16:creationId xmlns:a16="http://schemas.microsoft.com/office/drawing/2014/main" id="{E368CBED-6E99-C444-B75A-880892BBA665}"/>
                </a:ext>
              </a:extLst>
            </p:cNvPr>
            <p:cNvGrpSpPr/>
            <p:nvPr/>
          </p:nvGrpSpPr>
          <p:grpSpPr>
            <a:xfrm>
              <a:off x="2949790" y="383222"/>
              <a:ext cx="1395666" cy="369332"/>
              <a:chOff x="1101736" y="3756878"/>
              <a:chExt cx="1395666" cy="369332"/>
            </a:xfrm>
          </p:grpSpPr>
          <p:sp>
            <p:nvSpPr>
              <p:cNvPr id="1126" name="Rectangle 1125">
                <a:extLst>
                  <a:ext uri="{FF2B5EF4-FFF2-40B4-BE49-F238E27FC236}">
                    <a16:creationId xmlns:a16="http://schemas.microsoft.com/office/drawing/2014/main" id="{30538F65-EF58-8D4D-BABF-87231E9FEE65}"/>
                  </a:ext>
                </a:extLst>
              </p:cNvPr>
              <p:cNvSpPr/>
              <p:nvPr/>
            </p:nvSpPr>
            <p:spPr>
              <a:xfrm>
                <a:off x="1101738" y="3756878"/>
                <a:ext cx="1395664" cy="369332"/>
              </a:xfrm>
              <a:prstGeom prst="rect">
                <a:avLst/>
              </a:prstGeom>
              <a:gradFill flip="none" rotWithShape="1">
                <a:gsLst>
                  <a:gs pos="25000">
                    <a:schemeClr val="accent3">
                      <a:lumMod val="5000"/>
                      <a:lumOff val="95000"/>
                    </a:schemeClr>
                  </a:gs>
                  <a:gs pos="0">
                    <a:schemeClr val="accent3">
                      <a:lumMod val="45000"/>
                      <a:lumOff val="55000"/>
                    </a:schemeClr>
                  </a:gs>
                  <a:gs pos="83000">
                    <a:schemeClr val="accent3">
                      <a:lumMod val="45000"/>
                      <a:lumOff val="55000"/>
                    </a:schemeClr>
                  </a:gs>
                  <a:gs pos="100000">
                    <a:schemeClr val="accent3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sz="1000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27" name="Rectangle 1126">
                <a:extLst>
                  <a:ext uri="{FF2B5EF4-FFF2-40B4-BE49-F238E27FC236}">
                    <a16:creationId xmlns:a16="http://schemas.microsoft.com/office/drawing/2014/main" id="{2E81F34C-ED21-454B-859B-3F726018B45A}"/>
                  </a:ext>
                </a:extLst>
              </p:cNvPr>
              <p:cNvSpPr/>
              <p:nvPr/>
            </p:nvSpPr>
            <p:spPr>
              <a:xfrm>
                <a:off x="1101736" y="3803045"/>
                <a:ext cx="1395664" cy="276999"/>
              </a:xfrm>
              <a:prstGeom prst="rect">
                <a:avLst/>
              </a:prstGeom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:r>
                  <a:rPr lang="en-AU" sz="1000" b="1" dirty="0"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HOM</a:t>
                </a:r>
                <a:endParaRPr lang="en-US" sz="10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117" name="Group 1116">
              <a:extLst>
                <a:ext uri="{FF2B5EF4-FFF2-40B4-BE49-F238E27FC236}">
                  <a16:creationId xmlns:a16="http://schemas.microsoft.com/office/drawing/2014/main" id="{438D6BC4-84A3-534D-802F-6ED55E26DB41}"/>
                </a:ext>
              </a:extLst>
            </p:cNvPr>
            <p:cNvGrpSpPr/>
            <p:nvPr/>
          </p:nvGrpSpPr>
          <p:grpSpPr>
            <a:xfrm>
              <a:off x="4345455" y="383222"/>
              <a:ext cx="1395666" cy="369332"/>
              <a:chOff x="1101736" y="5412423"/>
              <a:chExt cx="1395666" cy="369332"/>
            </a:xfrm>
          </p:grpSpPr>
          <p:sp>
            <p:nvSpPr>
              <p:cNvPr id="1124" name="Rectangle 1123">
                <a:extLst>
                  <a:ext uri="{FF2B5EF4-FFF2-40B4-BE49-F238E27FC236}">
                    <a16:creationId xmlns:a16="http://schemas.microsoft.com/office/drawing/2014/main" id="{9A7557D8-E589-144E-B8E1-40D8592ED2DB}"/>
                  </a:ext>
                </a:extLst>
              </p:cNvPr>
              <p:cNvSpPr/>
              <p:nvPr/>
            </p:nvSpPr>
            <p:spPr>
              <a:xfrm>
                <a:off x="1101738" y="5412423"/>
                <a:ext cx="1395664" cy="369332"/>
              </a:xfrm>
              <a:prstGeom prst="rect">
                <a:avLst/>
              </a:prstGeom>
              <a:gradFill flip="none" rotWithShape="1">
                <a:gsLst>
                  <a:gs pos="25000">
                    <a:schemeClr val="accent4">
                      <a:lumMod val="5000"/>
                      <a:lumOff val="95000"/>
                    </a:schemeClr>
                  </a:gs>
                  <a:gs pos="0">
                    <a:schemeClr val="accent4">
                      <a:lumMod val="45000"/>
                      <a:lumOff val="55000"/>
                    </a:schemeClr>
                  </a:gs>
                  <a:gs pos="83000">
                    <a:schemeClr val="accent4">
                      <a:lumMod val="45000"/>
                      <a:lumOff val="55000"/>
                    </a:schemeClr>
                  </a:gs>
                  <a:gs pos="100000">
                    <a:schemeClr val="accent4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sz="1000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25" name="Rectangle 1124">
                <a:extLst>
                  <a:ext uri="{FF2B5EF4-FFF2-40B4-BE49-F238E27FC236}">
                    <a16:creationId xmlns:a16="http://schemas.microsoft.com/office/drawing/2014/main" id="{046C508A-832E-0244-BD71-5C3C8D3C4457}"/>
                  </a:ext>
                </a:extLst>
              </p:cNvPr>
              <p:cNvSpPr/>
              <p:nvPr/>
            </p:nvSpPr>
            <p:spPr>
              <a:xfrm>
                <a:off x="1101736" y="5458590"/>
                <a:ext cx="1395664" cy="276999"/>
              </a:xfrm>
              <a:prstGeom prst="rect">
                <a:avLst/>
              </a:prstGeom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:r>
                  <a:rPr lang="en-AU" sz="1000" b="1" dirty="0"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TOP</a:t>
                </a:r>
                <a:endParaRPr lang="en-US" sz="10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118" name="Group 1117">
              <a:extLst>
                <a:ext uri="{FF2B5EF4-FFF2-40B4-BE49-F238E27FC236}">
                  <a16:creationId xmlns:a16="http://schemas.microsoft.com/office/drawing/2014/main" id="{C0A16276-AA1B-7F43-9B87-5B29D8A0C40D}"/>
                </a:ext>
              </a:extLst>
            </p:cNvPr>
            <p:cNvGrpSpPr/>
            <p:nvPr/>
          </p:nvGrpSpPr>
          <p:grpSpPr>
            <a:xfrm>
              <a:off x="5741120" y="383222"/>
              <a:ext cx="1395666" cy="369332"/>
              <a:chOff x="1101736" y="6374467"/>
              <a:chExt cx="1395666" cy="369332"/>
            </a:xfrm>
          </p:grpSpPr>
          <p:sp>
            <p:nvSpPr>
              <p:cNvPr id="1122" name="Rectangle 1121">
                <a:extLst>
                  <a:ext uri="{FF2B5EF4-FFF2-40B4-BE49-F238E27FC236}">
                    <a16:creationId xmlns:a16="http://schemas.microsoft.com/office/drawing/2014/main" id="{16188F51-033B-E541-868D-18E91B5B6B02}"/>
                  </a:ext>
                </a:extLst>
              </p:cNvPr>
              <p:cNvSpPr/>
              <p:nvPr/>
            </p:nvSpPr>
            <p:spPr>
              <a:xfrm>
                <a:off x="1101738" y="6374467"/>
                <a:ext cx="1395664" cy="369332"/>
              </a:xfrm>
              <a:prstGeom prst="rect">
                <a:avLst/>
              </a:prstGeom>
              <a:gradFill flip="none" rotWithShape="1">
                <a:gsLst>
                  <a:gs pos="25000">
                    <a:schemeClr val="accent5">
                      <a:lumMod val="5000"/>
                      <a:lumOff val="95000"/>
                    </a:schemeClr>
                  </a:gs>
                  <a:gs pos="0">
                    <a:schemeClr val="accent5">
                      <a:lumMod val="45000"/>
                      <a:lumOff val="55000"/>
                    </a:schemeClr>
                  </a:gs>
                  <a:gs pos="83000">
                    <a:schemeClr val="accent5">
                      <a:lumMod val="45000"/>
                      <a:lumOff val="55000"/>
                    </a:schemeClr>
                  </a:gs>
                  <a:gs pos="100000">
                    <a:schemeClr val="accent5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sz="1000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23" name="Rectangle 1122">
                <a:extLst>
                  <a:ext uri="{FF2B5EF4-FFF2-40B4-BE49-F238E27FC236}">
                    <a16:creationId xmlns:a16="http://schemas.microsoft.com/office/drawing/2014/main" id="{914EEB5A-47AD-064C-9529-0FA1620638F0}"/>
                  </a:ext>
                </a:extLst>
              </p:cNvPr>
              <p:cNvSpPr/>
              <p:nvPr/>
            </p:nvSpPr>
            <p:spPr>
              <a:xfrm>
                <a:off x="1101736" y="6420634"/>
                <a:ext cx="1395664" cy="276999"/>
              </a:xfrm>
              <a:prstGeom prst="rect">
                <a:avLst/>
              </a:prstGeom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:r>
                  <a:rPr lang="en-AU" sz="1000" b="1" dirty="0"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MEDK</a:t>
                </a:r>
                <a:endParaRPr lang="en-US" sz="10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119" name="Group 1118">
              <a:extLst>
                <a:ext uri="{FF2B5EF4-FFF2-40B4-BE49-F238E27FC236}">
                  <a16:creationId xmlns:a16="http://schemas.microsoft.com/office/drawing/2014/main" id="{08D59C57-861C-E54C-B530-0A03C6F0AFEA}"/>
                </a:ext>
              </a:extLst>
            </p:cNvPr>
            <p:cNvGrpSpPr/>
            <p:nvPr/>
          </p:nvGrpSpPr>
          <p:grpSpPr>
            <a:xfrm>
              <a:off x="7136785" y="383222"/>
              <a:ext cx="1395666" cy="369332"/>
              <a:chOff x="1101736" y="7394745"/>
              <a:chExt cx="1395666" cy="369332"/>
            </a:xfrm>
          </p:grpSpPr>
          <p:sp>
            <p:nvSpPr>
              <p:cNvPr id="1120" name="Rectangle 1119">
                <a:extLst>
                  <a:ext uri="{FF2B5EF4-FFF2-40B4-BE49-F238E27FC236}">
                    <a16:creationId xmlns:a16="http://schemas.microsoft.com/office/drawing/2014/main" id="{5983A81D-312F-1646-89B9-71EE496A5B96}"/>
                  </a:ext>
                </a:extLst>
              </p:cNvPr>
              <p:cNvSpPr/>
              <p:nvPr/>
            </p:nvSpPr>
            <p:spPr>
              <a:xfrm>
                <a:off x="1101738" y="7394745"/>
                <a:ext cx="1395664" cy="369332"/>
              </a:xfrm>
              <a:prstGeom prst="rect">
                <a:avLst/>
              </a:prstGeom>
              <a:gradFill flip="none" rotWithShape="1">
                <a:gsLst>
                  <a:gs pos="25000">
                    <a:schemeClr val="accent6">
                      <a:lumMod val="5000"/>
                      <a:lumOff val="95000"/>
                    </a:schemeClr>
                  </a:gs>
                  <a:gs pos="0">
                    <a:schemeClr val="accent6">
                      <a:lumMod val="45000"/>
                      <a:lumOff val="55000"/>
                    </a:schemeClr>
                  </a:gs>
                  <a:gs pos="83000">
                    <a:schemeClr val="accent6">
                      <a:lumMod val="45000"/>
                      <a:lumOff val="55000"/>
                    </a:schemeClr>
                  </a:gs>
                  <a:gs pos="100000">
                    <a:schemeClr val="accent6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sz="1000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21" name="Rectangle 1120">
                <a:extLst>
                  <a:ext uri="{FF2B5EF4-FFF2-40B4-BE49-F238E27FC236}">
                    <a16:creationId xmlns:a16="http://schemas.microsoft.com/office/drawing/2014/main" id="{B8C1C45C-E807-4943-91EB-0932FB886D7A}"/>
                  </a:ext>
                </a:extLst>
              </p:cNvPr>
              <p:cNvSpPr/>
              <p:nvPr/>
            </p:nvSpPr>
            <p:spPr>
              <a:xfrm>
                <a:off x="1101736" y="7440912"/>
                <a:ext cx="1395664" cy="276999"/>
              </a:xfrm>
              <a:prstGeom prst="rect">
                <a:avLst/>
              </a:prstGeom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:r>
                  <a:rPr lang="en-AU" sz="1000" b="1" dirty="0"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BUSCO</a:t>
                </a:r>
                <a:endParaRPr lang="en-US" sz="10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075" name="Rounded Rectangle 1074">
            <a:extLst>
              <a:ext uri="{FF2B5EF4-FFF2-40B4-BE49-F238E27FC236}">
                <a16:creationId xmlns:a16="http://schemas.microsoft.com/office/drawing/2014/main" id="{8E5F5690-0326-D34B-BFAB-4EB785A64BAD}"/>
              </a:ext>
            </a:extLst>
          </p:cNvPr>
          <p:cNvSpPr/>
          <p:nvPr/>
        </p:nvSpPr>
        <p:spPr>
          <a:xfrm>
            <a:off x="73888" y="5317316"/>
            <a:ext cx="680885" cy="181535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DUP</a:t>
            </a:r>
          </a:p>
        </p:txBody>
      </p:sp>
      <p:sp>
        <p:nvSpPr>
          <p:cNvPr id="1076" name="Rounded Rectangle 1075">
            <a:extLst>
              <a:ext uri="{FF2B5EF4-FFF2-40B4-BE49-F238E27FC236}">
                <a16:creationId xmlns:a16="http://schemas.microsoft.com/office/drawing/2014/main" id="{92CDF9AA-0226-5342-837E-17EBD753F875}"/>
              </a:ext>
            </a:extLst>
          </p:cNvPr>
          <p:cNvSpPr/>
          <p:nvPr/>
        </p:nvSpPr>
        <p:spPr>
          <a:xfrm>
            <a:off x="65048" y="7801181"/>
            <a:ext cx="692143" cy="181535"/>
          </a:xfrm>
          <a:prstGeom prst="roundRect">
            <a:avLst>
              <a:gd name="adj" fmla="val 50000"/>
            </a:avLst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DIV</a:t>
            </a:r>
          </a:p>
        </p:txBody>
      </p:sp>
      <p:sp>
        <p:nvSpPr>
          <p:cNvPr id="1077" name="Rounded Rectangle 1076">
            <a:extLst>
              <a:ext uri="{FF2B5EF4-FFF2-40B4-BE49-F238E27FC236}">
                <a16:creationId xmlns:a16="http://schemas.microsoft.com/office/drawing/2014/main" id="{12F376D3-4D21-F940-B10D-FAF3E49BD6CE}"/>
              </a:ext>
            </a:extLst>
          </p:cNvPr>
          <p:cNvSpPr/>
          <p:nvPr/>
        </p:nvSpPr>
        <p:spPr>
          <a:xfrm>
            <a:off x="75657" y="4985178"/>
            <a:ext cx="680899" cy="181535"/>
          </a:xfrm>
          <a:prstGeom prst="roundRect">
            <a:avLst>
              <a:gd name="adj" fmla="val 50000"/>
            </a:avLst>
          </a:prstGeom>
          <a:solidFill>
            <a:srgbClr val="FFBFD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BRK</a:t>
            </a:r>
          </a:p>
        </p:txBody>
      </p:sp>
      <p:sp>
        <p:nvSpPr>
          <p:cNvPr id="1078" name="Rounded Rectangle 1077">
            <a:extLst>
              <a:ext uri="{FF2B5EF4-FFF2-40B4-BE49-F238E27FC236}">
                <a16:creationId xmlns:a16="http://schemas.microsoft.com/office/drawing/2014/main" id="{F680606B-48EF-2647-9A63-B1AC5EAE2847}"/>
              </a:ext>
            </a:extLst>
          </p:cNvPr>
          <p:cNvSpPr/>
          <p:nvPr/>
        </p:nvSpPr>
        <p:spPr>
          <a:xfrm>
            <a:off x="76713" y="2934859"/>
            <a:ext cx="677286" cy="18153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ALN</a:t>
            </a:r>
          </a:p>
        </p:txBody>
      </p:sp>
      <p:sp>
        <p:nvSpPr>
          <p:cNvPr id="1079" name="Rectangle 1078">
            <a:extLst>
              <a:ext uri="{FF2B5EF4-FFF2-40B4-BE49-F238E27FC236}">
                <a16:creationId xmlns:a16="http://schemas.microsoft.com/office/drawing/2014/main" id="{FD22B40B-9C2A-2440-8168-57847DA31179}"/>
              </a:ext>
            </a:extLst>
          </p:cNvPr>
          <p:cNvSpPr/>
          <p:nvPr/>
        </p:nvSpPr>
        <p:spPr>
          <a:xfrm>
            <a:off x="-6156007" y="215351"/>
            <a:ext cx="5767387" cy="1924693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0" name="Rectangle 1079">
            <a:extLst>
              <a:ext uri="{FF2B5EF4-FFF2-40B4-BE49-F238E27FC236}">
                <a16:creationId xmlns:a16="http://schemas.microsoft.com/office/drawing/2014/main" id="{A1F38F25-B616-9F49-ACC3-4CF0BAF5534A}"/>
              </a:ext>
            </a:extLst>
          </p:cNvPr>
          <p:cNvSpPr/>
          <p:nvPr/>
        </p:nvSpPr>
        <p:spPr>
          <a:xfrm>
            <a:off x="-6116610" y="253730"/>
            <a:ext cx="443500" cy="138502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r>
              <a:rPr lang="en-AU" sz="105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</a:t>
            </a:r>
            <a:endParaRPr lang="en-US" sz="105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81" name="Rectangle 1080">
            <a:extLst>
              <a:ext uri="{FF2B5EF4-FFF2-40B4-BE49-F238E27FC236}">
                <a16:creationId xmlns:a16="http://schemas.microsoft.com/office/drawing/2014/main" id="{7E8E9833-3AAF-864D-8C4B-45C6EE6A5F3B}"/>
              </a:ext>
            </a:extLst>
          </p:cNvPr>
          <p:cNvSpPr/>
          <p:nvPr/>
        </p:nvSpPr>
        <p:spPr>
          <a:xfrm>
            <a:off x="73997" y="2667525"/>
            <a:ext cx="1446828" cy="138502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r>
              <a:rPr lang="en-AU" sz="1050" b="1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SynBad</a:t>
            </a:r>
            <a:r>
              <a:rPr lang="en-AU" sz="105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Gap classification </a:t>
            </a:r>
            <a:endParaRPr lang="en-US" sz="1050" b="1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82" name="Rectangle 1081">
            <a:extLst>
              <a:ext uri="{FF2B5EF4-FFF2-40B4-BE49-F238E27FC236}">
                <a16:creationId xmlns:a16="http://schemas.microsoft.com/office/drawing/2014/main" id="{07A8771E-79F7-6646-80BB-0BB52A9CB38F}"/>
              </a:ext>
            </a:extLst>
          </p:cNvPr>
          <p:cNvSpPr/>
          <p:nvPr/>
        </p:nvSpPr>
        <p:spPr>
          <a:xfrm>
            <a:off x="-5673110" y="251823"/>
            <a:ext cx="832141" cy="138502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r>
              <a:rPr lang="en-AU" sz="105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Classification</a:t>
            </a:r>
            <a:endParaRPr lang="en-US" sz="1050" b="1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83" name="Rectangle 1082">
            <a:extLst>
              <a:ext uri="{FF2B5EF4-FFF2-40B4-BE49-F238E27FC236}">
                <a16:creationId xmlns:a16="http://schemas.microsoft.com/office/drawing/2014/main" id="{8D7955B0-C203-AD4B-9C84-3BD604D4B1D6}"/>
              </a:ext>
            </a:extLst>
          </p:cNvPr>
          <p:cNvSpPr/>
          <p:nvPr/>
        </p:nvSpPr>
        <p:spPr>
          <a:xfrm>
            <a:off x="-4471185" y="1822408"/>
            <a:ext cx="1464261" cy="246221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Hit coverage &lt; 80%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D2039524-F43A-664B-8AE2-8BE95863B096}"/>
              </a:ext>
            </a:extLst>
          </p:cNvPr>
          <p:cNvSpPr/>
          <p:nvPr/>
        </p:nvSpPr>
        <p:spPr>
          <a:xfrm>
            <a:off x="-4471185" y="298884"/>
            <a:ext cx="1464261" cy="246221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Hit coverage &gt;= 80%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63E1C852-8AFF-8940-8310-D6CC5D8CA98B}"/>
              </a:ext>
            </a:extLst>
          </p:cNvPr>
          <p:cNvSpPr/>
          <p:nvPr/>
        </p:nvSpPr>
        <p:spPr>
          <a:xfrm>
            <a:off x="-6115497" y="420831"/>
            <a:ext cx="514803" cy="3427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Purity of </a:t>
            </a:r>
            <a:b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DEPTH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DCFA991E-1D0B-DB4F-89C7-829405BE6D91}"/>
              </a:ext>
            </a:extLst>
          </p:cNvPr>
          <p:cNvSpPr/>
          <p:nvPr/>
        </p:nvSpPr>
        <p:spPr>
          <a:xfrm>
            <a:off x="-5976842" y="1410298"/>
            <a:ext cx="780255" cy="3427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Dominant read</a:t>
            </a:r>
            <a:b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depth class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73B61D5C-A3C9-B748-BE7C-9C6A1F7EFCB4}"/>
              </a:ext>
            </a:extLst>
          </p:cNvPr>
          <p:cNvSpPr/>
          <p:nvPr/>
        </p:nvSpPr>
        <p:spPr>
          <a:xfrm>
            <a:off x="-5493379" y="420831"/>
            <a:ext cx="890208" cy="3427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Homology/</a:t>
            </a:r>
            <a:b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repeat status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5F7915A6-AFD4-9C43-BCB6-4C003D5F6BA2}"/>
              </a:ext>
            </a:extLst>
          </p:cNvPr>
          <p:cNvSpPr/>
          <p:nvPr/>
        </p:nvSpPr>
        <p:spPr>
          <a:xfrm>
            <a:off x="-4516190" y="1410298"/>
            <a:ext cx="866091" cy="3427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Top/Secondary </a:t>
            </a:r>
            <a:b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Hit status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7018A076-9857-1C41-ADFD-225284B0340C}"/>
              </a:ext>
            </a:extLst>
          </p:cNvPr>
          <p:cNvSpPr/>
          <p:nvPr/>
        </p:nvSpPr>
        <p:spPr>
          <a:xfrm>
            <a:off x="-4471185" y="599799"/>
            <a:ext cx="1535460" cy="165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Assembly </a:t>
            </a:r>
            <a:r>
              <a:rPr lang="en-AU" sz="10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kmer</a:t>
            </a: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 redundancy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07299119-C71A-D74B-A5A8-89F85AE3F919}"/>
              </a:ext>
            </a:extLst>
          </p:cNvPr>
          <p:cNvSpPr/>
          <p:nvPr/>
        </p:nvSpPr>
        <p:spPr>
          <a:xfrm>
            <a:off x="-3535635" y="1410298"/>
            <a:ext cx="666849" cy="34272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Dominant </a:t>
            </a:r>
            <a:b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BUSCO class 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91" name="Rectangle 1090">
            <a:extLst>
              <a:ext uri="{FF2B5EF4-FFF2-40B4-BE49-F238E27FC236}">
                <a16:creationId xmlns:a16="http://schemas.microsoft.com/office/drawing/2014/main" id="{AEA14AEA-0C37-9E43-842D-8F4F89F166A1}"/>
              </a:ext>
            </a:extLst>
          </p:cNvPr>
          <p:cNvSpPr/>
          <p:nvPr/>
        </p:nvSpPr>
        <p:spPr>
          <a:xfrm>
            <a:off x="830870" y="2922252"/>
            <a:ext cx="5950417" cy="165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`Aligned` = Gap is found in the middle of a local alignment to the Hit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8008CF24-0943-B640-880A-71B635EFB80D}"/>
              </a:ext>
            </a:extLst>
          </p:cNvPr>
          <p:cNvSpPr/>
          <p:nvPr/>
        </p:nvSpPr>
        <p:spPr>
          <a:xfrm>
            <a:off x="-2610870" y="703309"/>
            <a:ext cx="1237244" cy="165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Repeat scaffolds (keep)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93" name="Rectangle 1092">
            <a:extLst>
              <a:ext uri="{FF2B5EF4-FFF2-40B4-BE49-F238E27FC236}">
                <a16:creationId xmlns:a16="http://schemas.microsoft.com/office/drawing/2014/main" id="{5FC9C194-922A-6F43-8913-5DC450268FBD}"/>
              </a:ext>
            </a:extLst>
          </p:cNvPr>
          <p:cNvSpPr/>
          <p:nvPr/>
        </p:nvSpPr>
        <p:spPr>
          <a:xfrm>
            <a:off x="-2867891" y="936459"/>
            <a:ext cx="1494265" cy="165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Probable </a:t>
            </a:r>
            <a:r>
              <a:rPr lang="en-AU" sz="10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haplotigs</a:t>
            </a: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 (reject)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94" name="Rectangle 1093">
            <a:extLst>
              <a:ext uri="{FF2B5EF4-FFF2-40B4-BE49-F238E27FC236}">
                <a16:creationId xmlns:a16="http://schemas.microsoft.com/office/drawing/2014/main" id="{B8E89864-B67D-954F-A5D2-FAC2766463F9}"/>
              </a:ext>
            </a:extLst>
          </p:cNvPr>
          <p:cNvSpPr/>
          <p:nvPr/>
        </p:nvSpPr>
        <p:spPr>
          <a:xfrm>
            <a:off x="-2606591" y="1167017"/>
            <a:ext cx="1237244" cy="165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Low quality (reject)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0653445E-C3C9-5045-B323-5577D66B4ACF}"/>
              </a:ext>
            </a:extLst>
          </p:cNvPr>
          <p:cNvSpPr/>
          <p:nvPr/>
        </p:nvSpPr>
        <p:spPr>
          <a:xfrm>
            <a:off x="-6063238" y="1821265"/>
            <a:ext cx="1460067" cy="246221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EXS &gt; (HAP + LOW) &gt; DIP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096" name="Elbow Connector 1095">
            <a:extLst>
              <a:ext uri="{FF2B5EF4-FFF2-40B4-BE49-F238E27FC236}">
                <a16:creationId xmlns:a16="http://schemas.microsoft.com/office/drawing/2014/main" id="{0A8045DC-4207-7F46-B369-E1BED1049494}"/>
              </a:ext>
            </a:extLst>
          </p:cNvPr>
          <p:cNvCxnSpPr>
            <a:stCxn id="1130" idx="0"/>
            <a:endCxn id="1085" idx="2"/>
          </p:cNvCxnSpPr>
          <p:nvPr/>
        </p:nvCxnSpPr>
        <p:spPr>
          <a:xfrm rot="16200000" flipV="1">
            <a:off x="-5880492" y="785951"/>
            <a:ext cx="229780" cy="184986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7" name="Elbow Connector 1096">
            <a:extLst>
              <a:ext uri="{FF2B5EF4-FFF2-40B4-BE49-F238E27FC236}">
                <a16:creationId xmlns:a16="http://schemas.microsoft.com/office/drawing/2014/main" id="{C6C4EA38-BA84-624F-BB2A-115DB41A16BE}"/>
              </a:ext>
            </a:extLst>
          </p:cNvPr>
          <p:cNvCxnSpPr>
            <a:cxnSpLocks/>
            <a:endCxn id="1087" idx="2"/>
          </p:cNvCxnSpPr>
          <p:nvPr/>
        </p:nvCxnSpPr>
        <p:spPr>
          <a:xfrm rot="16200000" flipV="1">
            <a:off x="-5104879" y="820158"/>
            <a:ext cx="229784" cy="11657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8" name="Elbow Connector 1097">
            <a:extLst>
              <a:ext uri="{FF2B5EF4-FFF2-40B4-BE49-F238E27FC236}">
                <a16:creationId xmlns:a16="http://schemas.microsoft.com/office/drawing/2014/main" id="{38D84A8C-6BED-0844-A820-A7A5767D594D}"/>
              </a:ext>
            </a:extLst>
          </p:cNvPr>
          <p:cNvCxnSpPr>
            <a:cxnSpLocks/>
            <a:stCxn id="1122" idx="0"/>
            <a:endCxn id="1089" idx="2"/>
          </p:cNvCxnSpPr>
          <p:nvPr/>
        </p:nvCxnSpPr>
        <p:spPr>
          <a:xfrm rot="5400000" flipH="1" flipV="1">
            <a:off x="-3915173" y="781616"/>
            <a:ext cx="227784" cy="195652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9" name="Elbow Connector 1098">
            <a:extLst>
              <a:ext uri="{FF2B5EF4-FFF2-40B4-BE49-F238E27FC236}">
                <a16:creationId xmlns:a16="http://schemas.microsoft.com/office/drawing/2014/main" id="{D4F6C2E1-1270-694A-911F-9B398FCEED30}"/>
              </a:ext>
            </a:extLst>
          </p:cNvPr>
          <p:cNvCxnSpPr>
            <a:cxnSpLocks/>
            <a:stCxn id="1101" idx="5"/>
            <a:endCxn id="1084" idx="1"/>
          </p:cNvCxnSpPr>
          <p:nvPr/>
        </p:nvCxnSpPr>
        <p:spPr>
          <a:xfrm flipV="1">
            <a:off x="-4741626" y="421995"/>
            <a:ext cx="270441" cy="452950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0" name="Elbow Connector 1099">
            <a:extLst>
              <a:ext uri="{FF2B5EF4-FFF2-40B4-BE49-F238E27FC236}">
                <a16:creationId xmlns:a16="http://schemas.microsoft.com/office/drawing/2014/main" id="{806715F5-566A-5A49-B1CC-FF38F8ED683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-5598465" y="1189755"/>
            <a:ext cx="232295" cy="20879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1" name="Triangle 1100">
            <a:extLst>
              <a:ext uri="{FF2B5EF4-FFF2-40B4-BE49-F238E27FC236}">
                <a16:creationId xmlns:a16="http://schemas.microsoft.com/office/drawing/2014/main" id="{C24423AB-A175-FF4E-9354-1073CAECC7FE}"/>
              </a:ext>
            </a:extLst>
          </p:cNvPr>
          <p:cNvSpPr/>
          <p:nvPr/>
        </p:nvSpPr>
        <p:spPr>
          <a:xfrm>
            <a:off x="-4875079" y="798248"/>
            <a:ext cx="177937" cy="153394"/>
          </a:xfrm>
          <a:prstGeom prst="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02" name="Elbow Connector 1101">
            <a:extLst>
              <a:ext uri="{FF2B5EF4-FFF2-40B4-BE49-F238E27FC236}">
                <a16:creationId xmlns:a16="http://schemas.microsoft.com/office/drawing/2014/main" id="{1F3B2F5C-4827-B546-B32B-1B6BC0A6DD89}"/>
              </a:ext>
            </a:extLst>
          </p:cNvPr>
          <p:cNvCxnSpPr>
            <a:cxnSpLocks/>
          </p:cNvCxnSpPr>
          <p:nvPr/>
        </p:nvCxnSpPr>
        <p:spPr>
          <a:xfrm rot="16200000" flipV="1">
            <a:off x="-5365951" y="1472734"/>
            <a:ext cx="529358" cy="167707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3" name="Elbow Connector 1102">
            <a:extLst>
              <a:ext uri="{FF2B5EF4-FFF2-40B4-BE49-F238E27FC236}">
                <a16:creationId xmlns:a16="http://schemas.microsoft.com/office/drawing/2014/main" id="{17216A26-3B2A-A64A-9370-A561EE00B4A0}"/>
              </a:ext>
            </a:extLst>
          </p:cNvPr>
          <p:cNvCxnSpPr>
            <a:cxnSpLocks/>
            <a:stCxn id="1083" idx="1"/>
            <a:endCxn id="1105" idx="5"/>
          </p:cNvCxnSpPr>
          <p:nvPr/>
        </p:nvCxnSpPr>
        <p:spPr>
          <a:xfrm rot="10800000">
            <a:off x="-4741625" y="1291909"/>
            <a:ext cx="270441" cy="653610"/>
          </a:xfrm>
          <a:prstGeom prst="bentConnector3">
            <a:avLst>
              <a:gd name="adj1" fmla="val 24739"/>
            </a:avLst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4" name="Triangle 1103">
            <a:extLst>
              <a:ext uri="{FF2B5EF4-FFF2-40B4-BE49-F238E27FC236}">
                <a16:creationId xmlns:a16="http://schemas.microsoft.com/office/drawing/2014/main" id="{0433D480-1E37-DF47-A6FC-58ED11311CB1}"/>
              </a:ext>
            </a:extLst>
          </p:cNvPr>
          <p:cNvSpPr/>
          <p:nvPr/>
        </p:nvSpPr>
        <p:spPr>
          <a:xfrm flipV="1">
            <a:off x="-5318579" y="1215212"/>
            <a:ext cx="177937" cy="153394"/>
          </a:xfrm>
          <a:prstGeom prst="triangl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5" name="Triangle 1104">
            <a:extLst>
              <a:ext uri="{FF2B5EF4-FFF2-40B4-BE49-F238E27FC236}">
                <a16:creationId xmlns:a16="http://schemas.microsoft.com/office/drawing/2014/main" id="{6D0D93D2-72AC-DC49-A348-4300A812761B}"/>
              </a:ext>
            </a:extLst>
          </p:cNvPr>
          <p:cNvSpPr/>
          <p:nvPr/>
        </p:nvSpPr>
        <p:spPr>
          <a:xfrm flipV="1">
            <a:off x="-4875079" y="1215212"/>
            <a:ext cx="177937" cy="153394"/>
          </a:xfrm>
          <a:prstGeom prst="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06" name="Elbow Connector 1105">
            <a:extLst>
              <a:ext uri="{FF2B5EF4-FFF2-40B4-BE49-F238E27FC236}">
                <a16:creationId xmlns:a16="http://schemas.microsoft.com/office/drawing/2014/main" id="{88A31A3C-F637-5A4F-92B4-C7A81CD57447}"/>
              </a:ext>
            </a:extLst>
          </p:cNvPr>
          <p:cNvCxnSpPr>
            <a:cxnSpLocks/>
            <a:stCxn id="1090" idx="1"/>
          </p:cNvCxnSpPr>
          <p:nvPr/>
        </p:nvCxnSpPr>
        <p:spPr>
          <a:xfrm rot="10800000">
            <a:off x="-3615369" y="1178004"/>
            <a:ext cx="79734" cy="403656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7" name="Elbow Connector 1106">
            <a:extLst>
              <a:ext uri="{FF2B5EF4-FFF2-40B4-BE49-F238E27FC236}">
                <a16:creationId xmlns:a16="http://schemas.microsoft.com/office/drawing/2014/main" id="{46A9D9A5-553A-994C-AD91-462864E2782F}"/>
              </a:ext>
            </a:extLst>
          </p:cNvPr>
          <p:cNvCxnSpPr>
            <a:cxnSpLocks/>
            <a:stCxn id="1088" idx="0"/>
            <a:endCxn id="1124" idx="2"/>
          </p:cNvCxnSpPr>
          <p:nvPr/>
        </p:nvCxnSpPr>
        <p:spPr>
          <a:xfrm rot="16200000" flipV="1">
            <a:off x="-4329023" y="1164419"/>
            <a:ext cx="232295" cy="25946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8" name="Rectangle 1107">
            <a:extLst>
              <a:ext uri="{FF2B5EF4-FFF2-40B4-BE49-F238E27FC236}">
                <a16:creationId xmlns:a16="http://schemas.microsoft.com/office/drawing/2014/main" id="{B0D15DD4-655B-494F-B1FB-BFAFBF9C840D}"/>
              </a:ext>
            </a:extLst>
          </p:cNvPr>
          <p:cNvSpPr/>
          <p:nvPr/>
        </p:nvSpPr>
        <p:spPr>
          <a:xfrm>
            <a:off x="-2579281" y="1829632"/>
            <a:ext cx="1464261" cy="246221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“Duplicate” BUSCOs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09" name="Rectangle 1108">
            <a:extLst>
              <a:ext uri="{FF2B5EF4-FFF2-40B4-BE49-F238E27FC236}">
                <a16:creationId xmlns:a16="http://schemas.microsoft.com/office/drawing/2014/main" id="{DCA99DE8-16A0-A640-B854-271F88FA708E}"/>
              </a:ext>
            </a:extLst>
          </p:cNvPr>
          <p:cNvSpPr/>
          <p:nvPr/>
        </p:nvSpPr>
        <p:spPr>
          <a:xfrm>
            <a:off x="-2579281" y="1515507"/>
            <a:ext cx="1464261" cy="246221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1+ “Complete” BUSCOs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110" name="Elbow Connector 1109">
            <a:extLst>
              <a:ext uri="{FF2B5EF4-FFF2-40B4-BE49-F238E27FC236}">
                <a16:creationId xmlns:a16="http://schemas.microsoft.com/office/drawing/2014/main" id="{58984AE9-CD0F-6645-8674-484FDEF72A96}"/>
              </a:ext>
            </a:extLst>
          </p:cNvPr>
          <p:cNvCxnSpPr>
            <a:cxnSpLocks/>
            <a:stCxn id="1108" idx="1"/>
            <a:endCxn id="1113" idx="5"/>
          </p:cNvCxnSpPr>
          <p:nvPr/>
        </p:nvCxnSpPr>
        <p:spPr>
          <a:xfrm rot="10800000">
            <a:off x="-3411483" y="1291909"/>
            <a:ext cx="832203" cy="660834"/>
          </a:xfrm>
          <a:prstGeom prst="bentConnector3">
            <a:avLst>
              <a:gd name="adj1" fmla="val 33582"/>
            </a:avLst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1" name="Elbow Connector 1110">
            <a:extLst>
              <a:ext uri="{FF2B5EF4-FFF2-40B4-BE49-F238E27FC236}">
                <a16:creationId xmlns:a16="http://schemas.microsoft.com/office/drawing/2014/main" id="{E9E41DC2-A129-7A4D-B874-B6A39257D683}"/>
              </a:ext>
            </a:extLst>
          </p:cNvPr>
          <p:cNvCxnSpPr>
            <a:cxnSpLocks/>
            <a:stCxn id="1109" idx="1"/>
            <a:endCxn id="1112" idx="5"/>
          </p:cNvCxnSpPr>
          <p:nvPr/>
        </p:nvCxnSpPr>
        <p:spPr>
          <a:xfrm rot="10800000">
            <a:off x="-3411483" y="874946"/>
            <a:ext cx="832203" cy="763673"/>
          </a:xfrm>
          <a:prstGeom prst="bentConnector3">
            <a:avLst>
              <a:gd name="adj1" fmla="val 25372"/>
            </a:avLst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2" name="Triangle 1111">
            <a:extLst>
              <a:ext uri="{FF2B5EF4-FFF2-40B4-BE49-F238E27FC236}">
                <a16:creationId xmlns:a16="http://schemas.microsoft.com/office/drawing/2014/main" id="{39628AEF-0C54-1B44-8F61-47F261D3061F}"/>
              </a:ext>
            </a:extLst>
          </p:cNvPr>
          <p:cNvSpPr/>
          <p:nvPr/>
        </p:nvSpPr>
        <p:spPr>
          <a:xfrm>
            <a:off x="-3544937" y="798248"/>
            <a:ext cx="177937" cy="153394"/>
          </a:xfrm>
          <a:prstGeom prst="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3" name="Triangle 1112">
            <a:extLst>
              <a:ext uri="{FF2B5EF4-FFF2-40B4-BE49-F238E27FC236}">
                <a16:creationId xmlns:a16="http://schemas.microsoft.com/office/drawing/2014/main" id="{A3856230-5DF8-7B44-A616-D9DE7C4FB08E}"/>
              </a:ext>
            </a:extLst>
          </p:cNvPr>
          <p:cNvSpPr/>
          <p:nvPr/>
        </p:nvSpPr>
        <p:spPr>
          <a:xfrm flipV="1">
            <a:off x="-3544937" y="1215212"/>
            <a:ext cx="177937" cy="153394"/>
          </a:xfrm>
          <a:prstGeom prst="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487D8F81-5264-DB48-81E8-C37504E6494D}"/>
              </a:ext>
            </a:extLst>
          </p:cNvPr>
          <p:cNvGrpSpPr/>
          <p:nvPr/>
        </p:nvGrpSpPr>
        <p:grpSpPr>
          <a:xfrm>
            <a:off x="-2197984" y="5020629"/>
            <a:ext cx="1604944" cy="184669"/>
            <a:chOff x="1101736" y="2950206"/>
            <a:chExt cx="1395666" cy="369332"/>
          </a:xfrm>
        </p:grpSpPr>
        <p:sp>
          <p:nvSpPr>
            <p:cNvPr id="492" name="Rectangle 491">
              <a:extLst>
                <a:ext uri="{FF2B5EF4-FFF2-40B4-BE49-F238E27FC236}">
                  <a16:creationId xmlns:a16="http://schemas.microsoft.com/office/drawing/2014/main" id="{C4717CDD-E00E-8A4A-84CA-BD897A9183B6}"/>
                </a:ext>
              </a:extLst>
            </p:cNvPr>
            <p:cNvSpPr/>
            <p:nvPr/>
          </p:nvSpPr>
          <p:spPr>
            <a:xfrm>
              <a:off x="1101738" y="2950206"/>
              <a:ext cx="1395664" cy="369332"/>
            </a:xfrm>
            <a:prstGeom prst="rect">
              <a:avLst/>
            </a:prstGeom>
            <a:gradFill flip="none" rotWithShape="1">
              <a:gsLst>
                <a:gs pos="25000">
                  <a:schemeClr val="accent2">
                    <a:lumMod val="5000"/>
                    <a:lumOff val="95000"/>
                  </a:schemeClr>
                </a:gs>
                <a:gs pos="0">
                  <a:schemeClr val="accent2">
                    <a:lumMod val="45000"/>
                    <a:lumOff val="55000"/>
                  </a:schemeClr>
                </a:gs>
                <a:gs pos="83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0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3" name="Rectangle 492">
              <a:extLst>
                <a:ext uri="{FF2B5EF4-FFF2-40B4-BE49-F238E27FC236}">
                  <a16:creationId xmlns:a16="http://schemas.microsoft.com/office/drawing/2014/main" id="{45C0C845-65B2-FC44-8A8D-FD30B772C7A4}"/>
                </a:ext>
              </a:extLst>
            </p:cNvPr>
            <p:cNvSpPr/>
            <p:nvPr/>
          </p:nvSpPr>
          <p:spPr>
            <a:xfrm>
              <a:off x="1101736" y="2996373"/>
              <a:ext cx="1395664" cy="276999"/>
            </a:xfrm>
            <a:prstGeom prst="rect">
              <a:avLst/>
            </a:prstGeom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en-AU" sz="1000" b="1" dirty="0"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HIT REGION 1</a:t>
              </a:r>
              <a:endParaRPr lang="en-US" sz="10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80" name="Group 479">
            <a:extLst>
              <a:ext uri="{FF2B5EF4-FFF2-40B4-BE49-F238E27FC236}">
                <a16:creationId xmlns:a16="http://schemas.microsoft.com/office/drawing/2014/main" id="{C7DE845A-3FF5-2C4A-90FE-9C07EE9D16E9}"/>
              </a:ext>
            </a:extLst>
          </p:cNvPr>
          <p:cNvGrpSpPr/>
          <p:nvPr/>
        </p:nvGrpSpPr>
        <p:grpSpPr>
          <a:xfrm>
            <a:off x="-2579281" y="4749978"/>
            <a:ext cx="443501" cy="184669"/>
            <a:chOff x="1101736" y="3756878"/>
            <a:chExt cx="1395666" cy="369332"/>
          </a:xfrm>
        </p:grpSpPr>
        <p:sp>
          <p:nvSpPr>
            <p:cNvPr id="490" name="Rectangle 489">
              <a:extLst>
                <a:ext uri="{FF2B5EF4-FFF2-40B4-BE49-F238E27FC236}">
                  <a16:creationId xmlns:a16="http://schemas.microsoft.com/office/drawing/2014/main" id="{7515448B-7016-2643-9125-7A4B8BC283EF}"/>
                </a:ext>
              </a:extLst>
            </p:cNvPr>
            <p:cNvSpPr/>
            <p:nvPr/>
          </p:nvSpPr>
          <p:spPr>
            <a:xfrm>
              <a:off x="1101738" y="3756878"/>
              <a:ext cx="1395664" cy="369332"/>
            </a:xfrm>
            <a:prstGeom prst="rect">
              <a:avLst/>
            </a:prstGeom>
            <a:gradFill flip="none" rotWithShape="1">
              <a:gsLst>
                <a:gs pos="25000">
                  <a:schemeClr val="accent3">
                    <a:lumMod val="5000"/>
                    <a:lumOff val="95000"/>
                  </a:schemeClr>
                </a:gs>
                <a:gs pos="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0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1" name="Rectangle 490">
              <a:extLst>
                <a:ext uri="{FF2B5EF4-FFF2-40B4-BE49-F238E27FC236}">
                  <a16:creationId xmlns:a16="http://schemas.microsoft.com/office/drawing/2014/main" id="{2945BF0E-513C-5A41-8F78-D3DF5031F31F}"/>
                </a:ext>
              </a:extLst>
            </p:cNvPr>
            <p:cNvSpPr/>
            <p:nvPr/>
          </p:nvSpPr>
          <p:spPr>
            <a:xfrm>
              <a:off x="1101736" y="3803045"/>
              <a:ext cx="1395664" cy="276999"/>
            </a:xfrm>
            <a:prstGeom prst="rect">
              <a:avLst/>
            </a:prstGeom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en-AU" sz="1000" b="1" dirty="0"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HOM</a:t>
              </a:r>
              <a:endParaRPr lang="en-US" sz="10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81" name="Group 480">
            <a:extLst>
              <a:ext uri="{FF2B5EF4-FFF2-40B4-BE49-F238E27FC236}">
                <a16:creationId xmlns:a16="http://schemas.microsoft.com/office/drawing/2014/main" id="{32ECF1AC-E870-3444-9DB1-6DF94B9DF890}"/>
              </a:ext>
            </a:extLst>
          </p:cNvPr>
          <p:cNvGrpSpPr/>
          <p:nvPr/>
        </p:nvGrpSpPr>
        <p:grpSpPr>
          <a:xfrm>
            <a:off x="-1478804" y="2482856"/>
            <a:ext cx="1307168" cy="184669"/>
            <a:chOff x="1101736" y="5412423"/>
            <a:chExt cx="1395666" cy="369332"/>
          </a:xfrm>
        </p:grpSpPr>
        <p:sp>
          <p:nvSpPr>
            <p:cNvPr id="488" name="Rectangle 487">
              <a:extLst>
                <a:ext uri="{FF2B5EF4-FFF2-40B4-BE49-F238E27FC236}">
                  <a16:creationId xmlns:a16="http://schemas.microsoft.com/office/drawing/2014/main" id="{FB9B1C9E-307F-E641-B16B-EA29CAB67D83}"/>
                </a:ext>
              </a:extLst>
            </p:cNvPr>
            <p:cNvSpPr/>
            <p:nvPr/>
          </p:nvSpPr>
          <p:spPr>
            <a:xfrm>
              <a:off x="1101738" y="5412423"/>
              <a:ext cx="1395664" cy="369332"/>
            </a:xfrm>
            <a:prstGeom prst="rect">
              <a:avLst/>
            </a:prstGeom>
            <a:gradFill flip="none" rotWithShape="1">
              <a:gsLst>
                <a:gs pos="25000">
                  <a:schemeClr val="accent4">
                    <a:lumMod val="5000"/>
                    <a:lumOff val="95000"/>
                  </a:schemeClr>
                </a:gs>
                <a:gs pos="0">
                  <a:schemeClr val="accent4">
                    <a:lumMod val="45000"/>
                    <a:lumOff val="55000"/>
                  </a:schemeClr>
                </a:gs>
                <a:gs pos="83000">
                  <a:schemeClr val="accent4">
                    <a:lumMod val="45000"/>
                    <a:lumOff val="55000"/>
                  </a:schemeClr>
                </a:gs>
                <a:gs pos="100000">
                  <a:schemeClr val="accent4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0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9" name="Rectangle 488">
              <a:extLst>
                <a:ext uri="{FF2B5EF4-FFF2-40B4-BE49-F238E27FC236}">
                  <a16:creationId xmlns:a16="http://schemas.microsoft.com/office/drawing/2014/main" id="{845AEB59-A5FB-B74B-ABB7-80C82B87BA4F}"/>
                </a:ext>
              </a:extLst>
            </p:cNvPr>
            <p:cNvSpPr/>
            <p:nvPr/>
          </p:nvSpPr>
          <p:spPr>
            <a:xfrm>
              <a:off x="1101736" y="5458590"/>
              <a:ext cx="1395664" cy="276999"/>
            </a:xfrm>
            <a:prstGeom prst="rect">
              <a:avLst/>
            </a:prstGeom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en-AU" sz="1000" b="1" dirty="0"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HIT REGION 2</a:t>
              </a:r>
              <a:endParaRPr lang="en-US" sz="10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82" name="Group 481">
            <a:extLst>
              <a:ext uri="{FF2B5EF4-FFF2-40B4-BE49-F238E27FC236}">
                <a16:creationId xmlns:a16="http://schemas.microsoft.com/office/drawing/2014/main" id="{314D007B-B2C5-BF43-9ED5-D270ED9A07C2}"/>
              </a:ext>
            </a:extLst>
          </p:cNvPr>
          <p:cNvGrpSpPr/>
          <p:nvPr/>
        </p:nvGrpSpPr>
        <p:grpSpPr>
          <a:xfrm>
            <a:off x="-1839012" y="4243721"/>
            <a:ext cx="443501" cy="184669"/>
            <a:chOff x="1101736" y="6374467"/>
            <a:chExt cx="1395666" cy="369332"/>
          </a:xfrm>
        </p:grpSpPr>
        <p:sp>
          <p:nvSpPr>
            <p:cNvPr id="486" name="Rectangle 485">
              <a:extLst>
                <a:ext uri="{FF2B5EF4-FFF2-40B4-BE49-F238E27FC236}">
                  <a16:creationId xmlns:a16="http://schemas.microsoft.com/office/drawing/2014/main" id="{7430C04D-D272-1148-A1B8-9FE1CCFA805E}"/>
                </a:ext>
              </a:extLst>
            </p:cNvPr>
            <p:cNvSpPr/>
            <p:nvPr/>
          </p:nvSpPr>
          <p:spPr>
            <a:xfrm>
              <a:off x="1101738" y="6374467"/>
              <a:ext cx="1395664" cy="369332"/>
            </a:xfrm>
            <a:prstGeom prst="rect">
              <a:avLst/>
            </a:prstGeom>
            <a:gradFill flip="none" rotWithShape="1">
              <a:gsLst>
                <a:gs pos="25000">
                  <a:schemeClr val="accent5">
                    <a:lumMod val="5000"/>
                    <a:lumOff val="95000"/>
                  </a:schemeClr>
                </a:gs>
                <a:gs pos="0">
                  <a:schemeClr val="accent5">
                    <a:lumMod val="45000"/>
                    <a:lumOff val="55000"/>
                  </a:schemeClr>
                </a:gs>
                <a:gs pos="83000">
                  <a:schemeClr val="accent5">
                    <a:lumMod val="45000"/>
                    <a:lumOff val="55000"/>
                  </a:schemeClr>
                </a:gs>
                <a:gs pos="100000">
                  <a:schemeClr val="accent5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0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7" name="Rectangle 486">
              <a:extLst>
                <a:ext uri="{FF2B5EF4-FFF2-40B4-BE49-F238E27FC236}">
                  <a16:creationId xmlns:a16="http://schemas.microsoft.com/office/drawing/2014/main" id="{D825218B-886B-9C45-BEEE-3027486C22D6}"/>
                </a:ext>
              </a:extLst>
            </p:cNvPr>
            <p:cNvSpPr/>
            <p:nvPr/>
          </p:nvSpPr>
          <p:spPr>
            <a:xfrm>
              <a:off x="1101736" y="6420634"/>
              <a:ext cx="1395664" cy="276999"/>
            </a:xfrm>
            <a:prstGeom prst="rect">
              <a:avLst/>
            </a:prstGeom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en-AU" sz="1000" b="1" dirty="0"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MEDK</a:t>
              </a:r>
              <a:endParaRPr lang="en-US" sz="10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0D13D86-B04A-BA47-9F70-E62C420C9250}"/>
              </a:ext>
            </a:extLst>
          </p:cNvPr>
          <p:cNvGrpSpPr/>
          <p:nvPr/>
        </p:nvGrpSpPr>
        <p:grpSpPr>
          <a:xfrm>
            <a:off x="-1478805" y="2754106"/>
            <a:ext cx="1307166" cy="184669"/>
            <a:chOff x="-1478805" y="2754106"/>
            <a:chExt cx="1307166" cy="184669"/>
          </a:xfrm>
        </p:grpSpPr>
        <p:grpSp>
          <p:nvGrpSpPr>
            <p:cNvPr id="478" name="Group 477">
              <a:extLst>
                <a:ext uri="{FF2B5EF4-FFF2-40B4-BE49-F238E27FC236}">
                  <a16:creationId xmlns:a16="http://schemas.microsoft.com/office/drawing/2014/main" id="{3BD0D934-F302-A540-AA12-57CBDF74F364}"/>
                </a:ext>
              </a:extLst>
            </p:cNvPr>
            <p:cNvGrpSpPr/>
            <p:nvPr/>
          </p:nvGrpSpPr>
          <p:grpSpPr>
            <a:xfrm>
              <a:off x="-1478805" y="2754106"/>
              <a:ext cx="1307166" cy="184669"/>
              <a:chOff x="1101736" y="2014706"/>
              <a:chExt cx="1395666" cy="369332"/>
            </a:xfrm>
          </p:grpSpPr>
          <p:sp>
            <p:nvSpPr>
              <p:cNvPr id="494" name="Rectangle 493">
                <a:extLst>
                  <a:ext uri="{FF2B5EF4-FFF2-40B4-BE49-F238E27FC236}">
                    <a16:creationId xmlns:a16="http://schemas.microsoft.com/office/drawing/2014/main" id="{417D8EFB-3515-4F41-8761-D30D3BD234E8}"/>
                  </a:ext>
                </a:extLst>
              </p:cNvPr>
              <p:cNvSpPr/>
              <p:nvPr/>
            </p:nvSpPr>
            <p:spPr>
              <a:xfrm>
                <a:off x="1101738" y="2014706"/>
                <a:ext cx="1395664" cy="369332"/>
              </a:xfrm>
              <a:prstGeom prst="rect">
                <a:avLst/>
              </a:prstGeom>
              <a:gradFill flip="none" rotWithShape="1">
                <a:gsLst>
                  <a:gs pos="25000">
                    <a:schemeClr val="accent1">
                      <a:lumMod val="5000"/>
                      <a:lumOff val="95000"/>
                    </a:schemeClr>
                  </a:gs>
                  <a:gs pos="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sz="1000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95" name="Rectangle 494">
                <a:extLst>
                  <a:ext uri="{FF2B5EF4-FFF2-40B4-BE49-F238E27FC236}">
                    <a16:creationId xmlns:a16="http://schemas.microsoft.com/office/drawing/2014/main" id="{6CB6BC35-B064-6146-9D74-19A7E2487F30}"/>
                  </a:ext>
                </a:extLst>
              </p:cNvPr>
              <p:cNvSpPr/>
              <p:nvPr/>
            </p:nvSpPr>
            <p:spPr>
              <a:xfrm>
                <a:off x="1101736" y="2060873"/>
                <a:ext cx="1395665" cy="276999"/>
              </a:xfrm>
              <a:prstGeom prst="rect">
                <a:avLst/>
              </a:prstGeom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:r>
                  <a:rPr lang="en-AU" sz="1000" b="1" dirty="0"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QRY REGION 1</a:t>
                </a:r>
                <a:endParaRPr lang="en-US" sz="10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773A768-B64D-EE4B-BE8A-1F0FE5114CD9}"/>
                </a:ext>
              </a:extLst>
            </p:cNvPr>
            <p:cNvGrpSpPr/>
            <p:nvPr/>
          </p:nvGrpSpPr>
          <p:grpSpPr>
            <a:xfrm>
              <a:off x="-1440322" y="2779724"/>
              <a:ext cx="1226865" cy="133432"/>
              <a:chOff x="434532" y="1264966"/>
              <a:chExt cx="1226865" cy="133432"/>
            </a:xfrm>
          </p:grpSpPr>
          <p:sp>
            <p:nvSpPr>
              <p:cNvPr id="4" name="Triangle 3">
                <a:extLst>
                  <a:ext uri="{FF2B5EF4-FFF2-40B4-BE49-F238E27FC236}">
                    <a16:creationId xmlns:a16="http://schemas.microsoft.com/office/drawing/2014/main" id="{9EDA380A-B824-9044-BF63-42CF78A4B7BF}"/>
                  </a:ext>
                </a:extLst>
              </p:cNvPr>
              <p:cNvSpPr/>
              <p:nvPr/>
            </p:nvSpPr>
            <p:spPr>
              <a:xfrm rot="5400000">
                <a:off x="1537167" y="1274168"/>
                <a:ext cx="133432" cy="115028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9" name="Triangle 498">
                <a:extLst>
                  <a:ext uri="{FF2B5EF4-FFF2-40B4-BE49-F238E27FC236}">
                    <a16:creationId xmlns:a16="http://schemas.microsoft.com/office/drawing/2014/main" id="{3A63CB9A-147B-3A47-BA58-0A00B4F2EE39}"/>
                  </a:ext>
                </a:extLst>
              </p:cNvPr>
              <p:cNvSpPr/>
              <p:nvPr/>
            </p:nvSpPr>
            <p:spPr>
              <a:xfrm rot="5400000">
                <a:off x="425330" y="1274168"/>
                <a:ext cx="133432" cy="115028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00" name="Group 499">
            <a:extLst>
              <a:ext uri="{FF2B5EF4-FFF2-40B4-BE49-F238E27FC236}">
                <a16:creationId xmlns:a16="http://schemas.microsoft.com/office/drawing/2014/main" id="{9BF40A4F-B1CE-954A-9756-2FDF9688D831}"/>
              </a:ext>
            </a:extLst>
          </p:cNvPr>
          <p:cNvGrpSpPr/>
          <p:nvPr/>
        </p:nvGrpSpPr>
        <p:grpSpPr>
          <a:xfrm>
            <a:off x="-1440322" y="2508474"/>
            <a:ext cx="1226865" cy="133432"/>
            <a:chOff x="434532" y="1264966"/>
            <a:chExt cx="1226865" cy="133432"/>
          </a:xfrm>
        </p:grpSpPr>
        <p:sp>
          <p:nvSpPr>
            <p:cNvPr id="501" name="Triangle 500">
              <a:extLst>
                <a:ext uri="{FF2B5EF4-FFF2-40B4-BE49-F238E27FC236}">
                  <a16:creationId xmlns:a16="http://schemas.microsoft.com/office/drawing/2014/main" id="{49581124-71F4-E340-ADD7-65001169D641}"/>
                </a:ext>
              </a:extLst>
            </p:cNvPr>
            <p:cNvSpPr/>
            <p:nvPr/>
          </p:nvSpPr>
          <p:spPr>
            <a:xfrm rot="5400000">
              <a:off x="1537167" y="1274168"/>
              <a:ext cx="133432" cy="115028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2" name="Triangle 501">
              <a:extLst>
                <a:ext uri="{FF2B5EF4-FFF2-40B4-BE49-F238E27FC236}">
                  <a16:creationId xmlns:a16="http://schemas.microsoft.com/office/drawing/2014/main" id="{BE303919-D4B6-D749-AD79-B9E83A779F12}"/>
                </a:ext>
              </a:extLst>
            </p:cNvPr>
            <p:cNvSpPr/>
            <p:nvPr/>
          </p:nvSpPr>
          <p:spPr>
            <a:xfrm rot="5400000">
              <a:off x="425330" y="1274168"/>
              <a:ext cx="133432" cy="115028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B09E0D7-5BAA-DF4D-AEA5-A765B4625C3A}"/>
              </a:ext>
            </a:extLst>
          </p:cNvPr>
          <p:cNvGrpSpPr/>
          <p:nvPr/>
        </p:nvGrpSpPr>
        <p:grpSpPr>
          <a:xfrm>
            <a:off x="-1493542" y="3039558"/>
            <a:ext cx="1307164" cy="184669"/>
            <a:chOff x="-1478805" y="3024288"/>
            <a:chExt cx="1307164" cy="184669"/>
          </a:xfrm>
        </p:grpSpPr>
        <p:grpSp>
          <p:nvGrpSpPr>
            <p:cNvPr id="496" name="Group 495">
              <a:extLst>
                <a:ext uri="{FF2B5EF4-FFF2-40B4-BE49-F238E27FC236}">
                  <a16:creationId xmlns:a16="http://schemas.microsoft.com/office/drawing/2014/main" id="{A53A126C-DA57-9649-83C2-978EFB422911}"/>
                </a:ext>
              </a:extLst>
            </p:cNvPr>
            <p:cNvGrpSpPr/>
            <p:nvPr/>
          </p:nvGrpSpPr>
          <p:grpSpPr>
            <a:xfrm>
              <a:off x="-1478805" y="3024288"/>
              <a:ext cx="1307164" cy="184669"/>
              <a:chOff x="1101736" y="2950206"/>
              <a:chExt cx="1395666" cy="369332"/>
            </a:xfrm>
          </p:grpSpPr>
          <p:sp>
            <p:nvSpPr>
              <p:cNvPr id="497" name="Rectangle 496">
                <a:extLst>
                  <a:ext uri="{FF2B5EF4-FFF2-40B4-BE49-F238E27FC236}">
                    <a16:creationId xmlns:a16="http://schemas.microsoft.com/office/drawing/2014/main" id="{44281B42-1C4A-C04A-9C25-995333DE953C}"/>
                  </a:ext>
                </a:extLst>
              </p:cNvPr>
              <p:cNvSpPr/>
              <p:nvPr/>
            </p:nvSpPr>
            <p:spPr>
              <a:xfrm>
                <a:off x="1101738" y="2950206"/>
                <a:ext cx="1395664" cy="369332"/>
              </a:xfrm>
              <a:prstGeom prst="rect">
                <a:avLst/>
              </a:prstGeom>
              <a:gradFill flip="none" rotWithShape="1">
                <a:gsLst>
                  <a:gs pos="25000">
                    <a:schemeClr val="accent2">
                      <a:lumMod val="5000"/>
                      <a:lumOff val="95000"/>
                    </a:schemeClr>
                  </a:gs>
                  <a:gs pos="0">
                    <a:schemeClr val="accent2">
                      <a:lumMod val="45000"/>
                      <a:lumOff val="55000"/>
                    </a:schemeClr>
                  </a:gs>
                  <a:gs pos="83000">
                    <a:schemeClr val="accent2">
                      <a:lumMod val="45000"/>
                      <a:lumOff val="55000"/>
                    </a:schemeClr>
                  </a:gs>
                  <a:gs pos="100000">
                    <a:schemeClr val="accent2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sz="1000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98" name="Rectangle 497">
                <a:extLst>
                  <a:ext uri="{FF2B5EF4-FFF2-40B4-BE49-F238E27FC236}">
                    <a16:creationId xmlns:a16="http://schemas.microsoft.com/office/drawing/2014/main" id="{C080688B-4CF5-474F-9D82-FD12D918A00A}"/>
                  </a:ext>
                </a:extLst>
              </p:cNvPr>
              <p:cNvSpPr/>
              <p:nvPr/>
            </p:nvSpPr>
            <p:spPr>
              <a:xfrm>
                <a:off x="1101736" y="2996373"/>
                <a:ext cx="1395664" cy="276999"/>
              </a:xfrm>
              <a:prstGeom prst="rect">
                <a:avLst/>
              </a:prstGeom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:r>
                  <a:rPr lang="en-AU" sz="1000" b="1" dirty="0"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HIT REGION 1</a:t>
                </a:r>
                <a:endParaRPr lang="en-US" sz="10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503" name="Group 502">
              <a:extLst>
                <a:ext uri="{FF2B5EF4-FFF2-40B4-BE49-F238E27FC236}">
                  <a16:creationId xmlns:a16="http://schemas.microsoft.com/office/drawing/2014/main" id="{B656DAA3-A322-0844-89D9-C99A75E4EF07}"/>
                </a:ext>
              </a:extLst>
            </p:cNvPr>
            <p:cNvGrpSpPr/>
            <p:nvPr/>
          </p:nvGrpSpPr>
          <p:grpSpPr>
            <a:xfrm>
              <a:off x="-1440322" y="3050512"/>
              <a:ext cx="1226865" cy="133432"/>
              <a:chOff x="434532" y="1264966"/>
              <a:chExt cx="1226865" cy="133432"/>
            </a:xfrm>
          </p:grpSpPr>
          <p:sp>
            <p:nvSpPr>
              <p:cNvPr id="504" name="Triangle 503">
                <a:extLst>
                  <a:ext uri="{FF2B5EF4-FFF2-40B4-BE49-F238E27FC236}">
                    <a16:creationId xmlns:a16="http://schemas.microsoft.com/office/drawing/2014/main" id="{7ADA4E2B-6B0F-1348-B0FB-0FE88F0F0505}"/>
                  </a:ext>
                </a:extLst>
              </p:cNvPr>
              <p:cNvSpPr/>
              <p:nvPr/>
            </p:nvSpPr>
            <p:spPr>
              <a:xfrm rot="5400000">
                <a:off x="1537167" y="1274168"/>
                <a:ext cx="133432" cy="115028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5" name="Triangle 504">
                <a:extLst>
                  <a:ext uri="{FF2B5EF4-FFF2-40B4-BE49-F238E27FC236}">
                    <a16:creationId xmlns:a16="http://schemas.microsoft.com/office/drawing/2014/main" id="{DD0989ED-F470-EC40-8EC0-8459F4DAA48F}"/>
                  </a:ext>
                </a:extLst>
              </p:cNvPr>
              <p:cNvSpPr/>
              <p:nvPr/>
            </p:nvSpPr>
            <p:spPr>
              <a:xfrm rot="5400000">
                <a:off x="425330" y="1274168"/>
                <a:ext cx="133432" cy="115028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DD93709-8E81-B84F-B347-CC3B7656717E}"/>
              </a:ext>
            </a:extLst>
          </p:cNvPr>
          <p:cNvGrpSpPr/>
          <p:nvPr/>
        </p:nvGrpSpPr>
        <p:grpSpPr>
          <a:xfrm>
            <a:off x="-1478805" y="3326365"/>
            <a:ext cx="1307162" cy="184669"/>
            <a:chOff x="-1478805" y="3326365"/>
            <a:chExt cx="1307162" cy="184669"/>
          </a:xfrm>
        </p:grpSpPr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86426842-E2D9-8D41-9EF0-4E9325B69926}"/>
                </a:ext>
              </a:extLst>
            </p:cNvPr>
            <p:cNvGrpSpPr/>
            <p:nvPr/>
          </p:nvGrpSpPr>
          <p:grpSpPr>
            <a:xfrm>
              <a:off x="-1478805" y="3326365"/>
              <a:ext cx="1307162" cy="184669"/>
              <a:chOff x="1101736" y="7394745"/>
              <a:chExt cx="1395666" cy="369332"/>
            </a:xfrm>
          </p:grpSpPr>
          <p:sp>
            <p:nvSpPr>
              <p:cNvPr id="484" name="Rectangle 483">
                <a:extLst>
                  <a:ext uri="{FF2B5EF4-FFF2-40B4-BE49-F238E27FC236}">
                    <a16:creationId xmlns:a16="http://schemas.microsoft.com/office/drawing/2014/main" id="{B42D7580-E42E-C441-933D-CEA16E97BAD6}"/>
                  </a:ext>
                </a:extLst>
              </p:cNvPr>
              <p:cNvSpPr/>
              <p:nvPr/>
            </p:nvSpPr>
            <p:spPr>
              <a:xfrm>
                <a:off x="1101738" y="7394745"/>
                <a:ext cx="1395664" cy="369332"/>
              </a:xfrm>
              <a:prstGeom prst="rect">
                <a:avLst/>
              </a:prstGeom>
              <a:gradFill flip="none" rotWithShape="1">
                <a:gsLst>
                  <a:gs pos="25000">
                    <a:schemeClr val="accent6">
                      <a:lumMod val="5000"/>
                      <a:lumOff val="95000"/>
                    </a:schemeClr>
                  </a:gs>
                  <a:gs pos="0">
                    <a:schemeClr val="accent6">
                      <a:lumMod val="45000"/>
                      <a:lumOff val="55000"/>
                    </a:schemeClr>
                  </a:gs>
                  <a:gs pos="83000">
                    <a:schemeClr val="accent6">
                      <a:lumMod val="45000"/>
                      <a:lumOff val="55000"/>
                    </a:schemeClr>
                  </a:gs>
                  <a:gs pos="100000">
                    <a:schemeClr val="accent6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sz="1000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85" name="Rectangle 484">
                <a:extLst>
                  <a:ext uri="{FF2B5EF4-FFF2-40B4-BE49-F238E27FC236}">
                    <a16:creationId xmlns:a16="http://schemas.microsoft.com/office/drawing/2014/main" id="{2F9775AD-F196-7E45-803F-19B14A9FFF2A}"/>
                  </a:ext>
                </a:extLst>
              </p:cNvPr>
              <p:cNvSpPr/>
              <p:nvPr/>
            </p:nvSpPr>
            <p:spPr>
              <a:xfrm>
                <a:off x="1101736" y="7440912"/>
                <a:ext cx="1395664" cy="276999"/>
              </a:xfrm>
              <a:prstGeom prst="rect">
                <a:avLst/>
              </a:prstGeom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:r>
                  <a:rPr lang="en-AU" sz="1000" b="1" dirty="0"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QRY REGION 2</a:t>
                </a:r>
                <a:endParaRPr lang="en-US" sz="10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506" name="Group 505">
              <a:extLst>
                <a:ext uri="{FF2B5EF4-FFF2-40B4-BE49-F238E27FC236}">
                  <a16:creationId xmlns:a16="http://schemas.microsoft.com/office/drawing/2014/main" id="{A9876C53-AF58-0340-98C5-C2B8107C4E48}"/>
                </a:ext>
              </a:extLst>
            </p:cNvPr>
            <p:cNvGrpSpPr/>
            <p:nvPr/>
          </p:nvGrpSpPr>
          <p:grpSpPr>
            <a:xfrm>
              <a:off x="-1440322" y="3348771"/>
              <a:ext cx="1226865" cy="133432"/>
              <a:chOff x="434532" y="1264966"/>
              <a:chExt cx="1226865" cy="133432"/>
            </a:xfrm>
          </p:grpSpPr>
          <p:sp>
            <p:nvSpPr>
              <p:cNvPr id="507" name="Triangle 506">
                <a:extLst>
                  <a:ext uri="{FF2B5EF4-FFF2-40B4-BE49-F238E27FC236}">
                    <a16:creationId xmlns:a16="http://schemas.microsoft.com/office/drawing/2014/main" id="{515B67A8-A37B-3349-91AF-CAE69EFAAB64}"/>
                  </a:ext>
                </a:extLst>
              </p:cNvPr>
              <p:cNvSpPr/>
              <p:nvPr/>
            </p:nvSpPr>
            <p:spPr>
              <a:xfrm rot="5400000">
                <a:off x="1537167" y="1274168"/>
                <a:ext cx="133432" cy="115028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8" name="Triangle 507">
                <a:extLst>
                  <a:ext uri="{FF2B5EF4-FFF2-40B4-BE49-F238E27FC236}">
                    <a16:creationId xmlns:a16="http://schemas.microsoft.com/office/drawing/2014/main" id="{91F17712-F76E-6447-8076-6844436E89C2}"/>
                  </a:ext>
                </a:extLst>
              </p:cNvPr>
              <p:cNvSpPr/>
              <p:nvPr/>
            </p:nvSpPr>
            <p:spPr>
              <a:xfrm rot="5400000">
                <a:off x="425330" y="1274168"/>
                <a:ext cx="133432" cy="115028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09" name="Group 508">
            <a:extLst>
              <a:ext uri="{FF2B5EF4-FFF2-40B4-BE49-F238E27FC236}">
                <a16:creationId xmlns:a16="http://schemas.microsoft.com/office/drawing/2014/main" id="{7D91B2FA-B182-B04D-9F0D-57359DE1AC44}"/>
              </a:ext>
            </a:extLst>
          </p:cNvPr>
          <p:cNvGrpSpPr/>
          <p:nvPr/>
        </p:nvGrpSpPr>
        <p:grpSpPr>
          <a:xfrm>
            <a:off x="-3087379" y="2899280"/>
            <a:ext cx="1307166" cy="184669"/>
            <a:chOff x="1101736" y="2014706"/>
            <a:chExt cx="1395666" cy="369332"/>
          </a:xfrm>
        </p:grpSpPr>
        <p:sp>
          <p:nvSpPr>
            <p:cNvPr id="510" name="Rectangle 509">
              <a:extLst>
                <a:ext uri="{FF2B5EF4-FFF2-40B4-BE49-F238E27FC236}">
                  <a16:creationId xmlns:a16="http://schemas.microsoft.com/office/drawing/2014/main" id="{A69252A0-8B51-EC4A-A5F4-8D69A17E1DD7}"/>
                </a:ext>
              </a:extLst>
            </p:cNvPr>
            <p:cNvSpPr/>
            <p:nvPr/>
          </p:nvSpPr>
          <p:spPr>
            <a:xfrm>
              <a:off x="1101738" y="2014706"/>
              <a:ext cx="1395664" cy="369332"/>
            </a:xfrm>
            <a:prstGeom prst="rect">
              <a:avLst/>
            </a:prstGeom>
            <a:gradFill flip="none" rotWithShape="1">
              <a:gsLst>
                <a:gs pos="25000">
                  <a:schemeClr val="accent1">
                    <a:lumMod val="5000"/>
                    <a:lumOff val="95000"/>
                  </a:schemeClr>
                </a:gs>
                <a:gs pos="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0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1" name="Rectangle 510">
              <a:extLst>
                <a:ext uri="{FF2B5EF4-FFF2-40B4-BE49-F238E27FC236}">
                  <a16:creationId xmlns:a16="http://schemas.microsoft.com/office/drawing/2014/main" id="{A5E182F1-2940-2D4B-B2A3-2A4F4A7E9ECB}"/>
                </a:ext>
              </a:extLst>
            </p:cNvPr>
            <p:cNvSpPr/>
            <p:nvPr/>
          </p:nvSpPr>
          <p:spPr>
            <a:xfrm>
              <a:off x="1101736" y="2060873"/>
              <a:ext cx="1395665" cy="276999"/>
            </a:xfrm>
            <a:prstGeom prst="rect">
              <a:avLst/>
            </a:prstGeom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en-AU" sz="1000" b="1" dirty="0"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QRY REGION 1</a:t>
              </a:r>
              <a:endParaRPr lang="en-US" sz="10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12" name="Group 511">
            <a:extLst>
              <a:ext uri="{FF2B5EF4-FFF2-40B4-BE49-F238E27FC236}">
                <a16:creationId xmlns:a16="http://schemas.microsoft.com/office/drawing/2014/main" id="{CDF7A3F2-F647-B84C-BD4E-FE3C30AF06BA}"/>
              </a:ext>
            </a:extLst>
          </p:cNvPr>
          <p:cNvGrpSpPr/>
          <p:nvPr/>
        </p:nvGrpSpPr>
        <p:grpSpPr>
          <a:xfrm>
            <a:off x="-3087378" y="2629098"/>
            <a:ext cx="1307168" cy="184669"/>
            <a:chOff x="1101736" y="5412423"/>
            <a:chExt cx="1395666" cy="369332"/>
          </a:xfrm>
        </p:grpSpPr>
        <p:sp>
          <p:nvSpPr>
            <p:cNvPr id="513" name="Rectangle 512">
              <a:extLst>
                <a:ext uri="{FF2B5EF4-FFF2-40B4-BE49-F238E27FC236}">
                  <a16:creationId xmlns:a16="http://schemas.microsoft.com/office/drawing/2014/main" id="{27AB18CF-DCE2-6F4A-9E7F-9AD62A87A342}"/>
                </a:ext>
              </a:extLst>
            </p:cNvPr>
            <p:cNvSpPr/>
            <p:nvPr/>
          </p:nvSpPr>
          <p:spPr>
            <a:xfrm>
              <a:off x="1101738" y="5412423"/>
              <a:ext cx="1395664" cy="369332"/>
            </a:xfrm>
            <a:prstGeom prst="rect">
              <a:avLst/>
            </a:prstGeom>
            <a:gradFill flip="none" rotWithShape="1">
              <a:gsLst>
                <a:gs pos="25000">
                  <a:schemeClr val="accent4">
                    <a:lumMod val="5000"/>
                    <a:lumOff val="95000"/>
                  </a:schemeClr>
                </a:gs>
                <a:gs pos="0">
                  <a:schemeClr val="accent4">
                    <a:lumMod val="45000"/>
                    <a:lumOff val="55000"/>
                  </a:schemeClr>
                </a:gs>
                <a:gs pos="83000">
                  <a:schemeClr val="accent4">
                    <a:lumMod val="45000"/>
                    <a:lumOff val="55000"/>
                  </a:schemeClr>
                </a:gs>
                <a:gs pos="100000">
                  <a:schemeClr val="accent4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0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4" name="Rectangle 513">
              <a:extLst>
                <a:ext uri="{FF2B5EF4-FFF2-40B4-BE49-F238E27FC236}">
                  <a16:creationId xmlns:a16="http://schemas.microsoft.com/office/drawing/2014/main" id="{277C96D3-D02F-094A-B4B9-0B05ABBE6D82}"/>
                </a:ext>
              </a:extLst>
            </p:cNvPr>
            <p:cNvSpPr/>
            <p:nvPr/>
          </p:nvSpPr>
          <p:spPr>
            <a:xfrm>
              <a:off x="1101736" y="5458590"/>
              <a:ext cx="1395664" cy="276999"/>
            </a:xfrm>
            <a:prstGeom prst="rect">
              <a:avLst/>
            </a:prstGeom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en-AU" sz="1000" b="1" dirty="0"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HIT REGION 2</a:t>
              </a:r>
              <a:endParaRPr lang="en-US" sz="10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15" name="Group 514">
            <a:extLst>
              <a:ext uri="{FF2B5EF4-FFF2-40B4-BE49-F238E27FC236}">
                <a16:creationId xmlns:a16="http://schemas.microsoft.com/office/drawing/2014/main" id="{CC23BA02-B446-F547-B751-039228B05483}"/>
              </a:ext>
            </a:extLst>
          </p:cNvPr>
          <p:cNvGrpSpPr/>
          <p:nvPr/>
        </p:nvGrpSpPr>
        <p:grpSpPr>
          <a:xfrm>
            <a:off x="-3087379" y="3471539"/>
            <a:ext cx="1307162" cy="184669"/>
            <a:chOff x="1101736" y="7394745"/>
            <a:chExt cx="1395666" cy="369332"/>
          </a:xfrm>
        </p:grpSpPr>
        <p:sp>
          <p:nvSpPr>
            <p:cNvPr id="516" name="Rectangle 515">
              <a:extLst>
                <a:ext uri="{FF2B5EF4-FFF2-40B4-BE49-F238E27FC236}">
                  <a16:creationId xmlns:a16="http://schemas.microsoft.com/office/drawing/2014/main" id="{2EFE66EF-FD2F-3841-9198-E0D4CABAC482}"/>
                </a:ext>
              </a:extLst>
            </p:cNvPr>
            <p:cNvSpPr/>
            <p:nvPr/>
          </p:nvSpPr>
          <p:spPr>
            <a:xfrm>
              <a:off x="1101738" y="7394745"/>
              <a:ext cx="1395664" cy="369332"/>
            </a:xfrm>
            <a:prstGeom prst="rect">
              <a:avLst/>
            </a:prstGeom>
            <a:gradFill flip="none" rotWithShape="1">
              <a:gsLst>
                <a:gs pos="25000">
                  <a:schemeClr val="accent6">
                    <a:lumMod val="5000"/>
                    <a:lumOff val="95000"/>
                  </a:schemeClr>
                </a:gs>
                <a:gs pos="0">
                  <a:schemeClr val="accent6">
                    <a:lumMod val="45000"/>
                    <a:lumOff val="55000"/>
                  </a:schemeClr>
                </a:gs>
                <a:gs pos="83000">
                  <a:schemeClr val="accent6">
                    <a:lumMod val="45000"/>
                    <a:lumOff val="55000"/>
                  </a:schemeClr>
                </a:gs>
                <a:gs pos="100000">
                  <a:schemeClr val="accent6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0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7" name="Rectangle 516">
              <a:extLst>
                <a:ext uri="{FF2B5EF4-FFF2-40B4-BE49-F238E27FC236}">
                  <a16:creationId xmlns:a16="http://schemas.microsoft.com/office/drawing/2014/main" id="{C8E9E9A9-1BD3-D448-8D94-696073CC80F8}"/>
                </a:ext>
              </a:extLst>
            </p:cNvPr>
            <p:cNvSpPr/>
            <p:nvPr/>
          </p:nvSpPr>
          <p:spPr>
            <a:xfrm>
              <a:off x="1101736" y="7440912"/>
              <a:ext cx="1395664" cy="276999"/>
            </a:xfrm>
            <a:prstGeom prst="rect">
              <a:avLst/>
            </a:prstGeom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en-AU" sz="1000" b="1" dirty="0"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QRY REGION 2</a:t>
              </a:r>
              <a:endParaRPr lang="en-US" sz="10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18" name="Group 517">
            <a:extLst>
              <a:ext uri="{FF2B5EF4-FFF2-40B4-BE49-F238E27FC236}">
                <a16:creationId xmlns:a16="http://schemas.microsoft.com/office/drawing/2014/main" id="{58F9317F-8C30-FA4F-97A9-196CD8246003}"/>
              </a:ext>
            </a:extLst>
          </p:cNvPr>
          <p:cNvGrpSpPr/>
          <p:nvPr/>
        </p:nvGrpSpPr>
        <p:grpSpPr>
          <a:xfrm>
            <a:off x="-3087379" y="3169462"/>
            <a:ext cx="1307164" cy="184669"/>
            <a:chOff x="1101736" y="2950206"/>
            <a:chExt cx="1395666" cy="369332"/>
          </a:xfrm>
        </p:grpSpPr>
        <p:sp>
          <p:nvSpPr>
            <p:cNvPr id="519" name="Rectangle 518">
              <a:extLst>
                <a:ext uri="{FF2B5EF4-FFF2-40B4-BE49-F238E27FC236}">
                  <a16:creationId xmlns:a16="http://schemas.microsoft.com/office/drawing/2014/main" id="{4726368D-9E5B-CF43-94BC-C6D8EC999DAA}"/>
                </a:ext>
              </a:extLst>
            </p:cNvPr>
            <p:cNvSpPr/>
            <p:nvPr/>
          </p:nvSpPr>
          <p:spPr>
            <a:xfrm>
              <a:off x="1101738" y="2950206"/>
              <a:ext cx="1395664" cy="369332"/>
            </a:xfrm>
            <a:prstGeom prst="rect">
              <a:avLst/>
            </a:prstGeom>
            <a:gradFill flip="none" rotWithShape="1">
              <a:gsLst>
                <a:gs pos="25000">
                  <a:schemeClr val="accent2">
                    <a:lumMod val="5000"/>
                    <a:lumOff val="95000"/>
                  </a:schemeClr>
                </a:gs>
                <a:gs pos="0">
                  <a:schemeClr val="accent2">
                    <a:lumMod val="45000"/>
                    <a:lumOff val="55000"/>
                  </a:schemeClr>
                </a:gs>
                <a:gs pos="83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0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0" name="Rectangle 519">
              <a:extLst>
                <a:ext uri="{FF2B5EF4-FFF2-40B4-BE49-F238E27FC236}">
                  <a16:creationId xmlns:a16="http://schemas.microsoft.com/office/drawing/2014/main" id="{18D09EF2-91AE-2142-AF18-C8520194BF1F}"/>
                </a:ext>
              </a:extLst>
            </p:cNvPr>
            <p:cNvSpPr/>
            <p:nvPr/>
          </p:nvSpPr>
          <p:spPr>
            <a:xfrm>
              <a:off x="1101736" y="2996373"/>
              <a:ext cx="1395664" cy="276999"/>
            </a:xfrm>
            <a:prstGeom prst="rect">
              <a:avLst/>
            </a:prstGeom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en-AU" sz="1000" b="1" dirty="0"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HIT REGION 1</a:t>
              </a:r>
              <a:endParaRPr lang="en-US" sz="10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21" name="Group 520">
            <a:extLst>
              <a:ext uri="{FF2B5EF4-FFF2-40B4-BE49-F238E27FC236}">
                <a16:creationId xmlns:a16="http://schemas.microsoft.com/office/drawing/2014/main" id="{384B5646-6040-4F4D-BD92-0E17106C1F51}"/>
              </a:ext>
            </a:extLst>
          </p:cNvPr>
          <p:cNvGrpSpPr/>
          <p:nvPr/>
        </p:nvGrpSpPr>
        <p:grpSpPr>
          <a:xfrm flipH="1">
            <a:off x="-3048896" y="2924898"/>
            <a:ext cx="1226865" cy="133432"/>
            <a:chOff x="434532" y="1264966"/>
            <a:chExt cx="1226865" cy="133432"/>
          </a:xfrm>
        </p:grpSpPr>
        <p:sp>
          <p:nvSpPr>
            <p:cNvPr id="522" name="Triangle 521">
              <a:extLst>
                <a:ext uri="{FF2B5EF4-FFF2-40B4-BE49-F238E27FC236}">
                  <a16:creationId xmlns:a16="http://schemas.microsoft.com/office/drawing/2014/main" id="{B01CDC58-56EB-AD48-9110-79239BA76FFF}"/>
                </a:ext>
              </a:extLst>
            </p:cNvPr>
            <p:cNvSpPr/>
            <p:nvPr/>
          </p:nvSpPr>
          <p:spPr>
            <a:xfrm rot="5400000">
              <a:off x="1537167" y="1274168"/>
              <a:ext cx="133432" cy="115028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3" name="Triangle 522">
              <a:extLst>
                <a:ext uri="{FF2B5EF4-FFF2-40B4-BE49-F238E27FC236}">
                  <a16:creationId xmlns:a16="http://schemas.microsoft.com/office/drawing/2014/main" id="{A8720F56-5E71-FD4E-B37A-7D65C4E1CA91}"/>
                </a:ext>
              </a:extLst>
            </p:cNvPr>
            <p:cNvSpPr/>
            <p:nvPr/>
          </p:nvSpPr>
          <p:spPr>
            <a:xfrm rot="5400000">
              <a:off x="425330" y="1274168"/>
              <a:ext cx="133432" cy="115028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4" name="Group 523">
            <a:extLst>
              <a:ext uri="{FF2B5EF4-FFF2-40B4-BE49-F238E27FC236}">
                <a16:creationId xmlns:a16="http://schemas.microsoft.com/office/drawing/2014/main" id="{1BC825AA-DCF6-1141-9439-92925B5355F5}"/>
              </a:ext>
            </a:extLst>
          </p:cNvPr>
          <p:cNvGrpSpPr/>
          <p:nvPr/>
        </p:nvGrpSpPr>
        <p:grpSpPr>
          <a:xfrm flipH="1">
            <a:off x="-3048896" y="2654110"/>
            <a:ext cx="1226865" cy="133432"/>
            <a:chOff x="434532" y="1264966"/>
            <a:chExt cx="1226865" cy="133432"/>
          </a:xfrm>
        </p:grpSpPr>
        <p:sp>
          <p:nvSpPr>
            <p:cNvPr id="525" name="Triangle 524">
              <a:extLst>
                <a:ext uri="{FF2B5EF4-FFF2-40B4-BE49-F238E27FC236}">
                  <a16:creationId xmlns:a16="http://schemas.microsoft.com/office/drawing/2014/main" id="{B9487C33-BE06-A545-950A-BF7163C12FEA}"/>
                </a:ext>
              </a:extLst>
            </p:cNvPr>
            <p:cNvSpPr/>
            <p:nvPr/>
          </p:nvSpPr>
          <p:spPr>
            <a:xfrm rot="5400000">
              <a:off x="1537167" y="1274168"/>
              <a:ext cx="133432" cy="115028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6" name="Triangle 525">
              <a:extLst>
                <a:ext uri="{FF2B5EF4-FFF2-40B4-BE49-F238E27FC236}">
                  <a16:creationId xmlns:a16="http://schemas.microsoft.com/office/drawing/2014/main" id="{E68EC471-9DFD-D94D-86B2-CD39930EB8D0}"/>
                </a:ext>
              </a:extLst>
            </p:cNvPr>
            <p:cNvSpPr/>
            <p:nvPr/>
          </p:nvSpPr>
          <p:spPr>
            <a:xfrm rot="5400000">
              <a:off x="425330" y="1274168"/>
              <a:ext cx="133432" cy="115028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7" name="Group 526">
            <a:extLst>
              <a:ext uri="{FF2B5EF4-FFF2-40B4-BE49-F238E27FC236}">
                <a16:creationId xmlns:a16="http://schemas.microsoft.com/office/drawing/2014/main" id="{FD6000C9-9576-3441-ADFA-75789F4AD19B}"/>
              </a:ext>
            </a:extLst>
          </p:cNvPr>
          <p:cNvGrpSpPr/>
          <p:nvPr/>
        </p:nvGrpSpPr>
        <p:grpSpPr>
          <a:xfrm flipH="1">
            <a:off x="-3048896" y="3195686"/>
            <a:ext cx="1226865" cy="133432"/>
            <a:chOff x="434532" y="1264966"/>
            <a:chExt cx="1226865" cy="133432"/>
          </a:xfrm>
        </p:grpSpPr>
        <p:sp>
          <p:nvSpPr>
            <p:cNvPr id="528" name="Triangle 527">
              <a:extLst>
                <a:ext uri="{FF2B5EF4-FFF2-40B4-BE49-F238E27FC236}">
                  <a16:creationId xmlns:a16="http://schemas.microsoft.com/office/drawing/2014/main" id="{257E28EC-6C44-844B-A41C-924C9B90A9E1}"/>
                </a:ext>
              </a:extLst>
            </p:cNvPr>
            <p:cNvSpPr/>
            <p:nvPr/>
          </p:nvSpPr>
          <p:spPr>
            <a:xfrm rot="5400000">
              <a:off x="1537167" y="1274168"/>
              <a:ext cx="133432" cy="115028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9" name="Triangle 528">
              <a:extLst>
                <a:ext uri="{FF2B5EF4-FFF2-40B4-BE49-F238E27FC236}">
                  <a16:creationId xmlns:a16="http://schemas.microsoft.com/office/drawing/2014/main" id="{71229EDD-A779-D345-B1E9-B98B7DE2D784}"/>
                </a:ext>
              </a:extLst>
            </p:cNvPr>
            <p:cNvSpPr/>
            <p:nvPr/>
          </p:nvSpPr>
          <p:spPr>
            <a:xfrm rot="5400000">
              <a:off x="425330" y="1274168"/>
              <a:ext cx="133432" cy="115028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0" name="Group 529">
            <a:extLst>
              <a:ext uri="{FF2B5EF4-FFF2-40B4-BE49-F238E27FC236}">
                <a16:creationId xmlns:a16="http://schemas.microsoft.com/office/drawing/2014/main" id="{EA34922F-5F81-1A42-AC6B-65AB2E014079}"/>
              </a:ext>
            </a:extLst>
          </p:cNvPr>
          <p:cNvGrpSpPr/>
          <p:nvPr/>
        </p:nvGrpSpPr>
        <p:grpSpPr>
          <a:xfrm flipH="1">
            <a:off x="-3048896" y="3493945"/>
            <a:ext cx="1226865" cy="133432"/>
            <a:chOff x="434532" y="1264966"/>
            <a:chExt cx="1226865" cy="133432"/>
          </a:xfrm>
        </p:grpSpPr>
        <p:sp>
          <p:nvSpPr>
            <p:cNvPr id="531" name="Triangle 530">
              <a:extLst>
                <a:ext uri="{FF2B5EF4-FFF2-40B4-BE49-F238E27FC236}">
                  <a16:creationId xmlns:a16="http://schemas.microsoft.com/office/drawing/2014/main" id="{9F3DE4DD-81BE-D344-A004-88BC5919EF64}"/>
                </a:ext>
              </a:extLst>
            </p:cNvPr>
            <p:cNvSpPr/>
            <p:nvPr/>
          </p:nvSpPr>
          <p:spPr>
            <a:xfrm rot="5400000">
              <a:off x="1537167" y="1274168"/>
              <a:ext cx="133432" cy="115028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2" name="Triangle 531">
              <a:extLst>
                <a:ext uri="{FF2B5EF4-FFF2-40B4-BE49-F238E27FC236}">
                  <a16:creationId xmlns:a16="http://schemas.microsoft.com/office/drawing/2014/main" id="{15059EA9-2BE2-7345-9778-EB413FC2F8F5}"/>
                </a:ext>
              </a:extLst>
            </p:cNvPr>
            <p:cNvSpPr/>
            <p:nvPr/>
          </p:nvSpPr>
          <p:spPr>
            <a:xfrm rot="5400000">
              <a:off x="425330" y="1274168"/>
              <a:ext cx="133432" cy="115028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34" name="Rounded Rectangle 533">
            <a:extLst>
              <a:ext uri="{FF2B5EF4-FFF2-40B4-BE49-F238E27FC236}">
                <a16:creationId xmlns:a16="http://schemas.microsoft.com/office/drawing/2014/main" id="{A57D72A9-4DC0-A74E-92AF-CB42D3A7F2F2}"/>
              </a:ext>
            </a:extLst>
          </p:cNvPr>
          <p:cNvSpPr/>
          <p:nvPr/>
        </p:nvSpPr>
        <p:spPr>
          <a:xfrm>
            <a:off x="73997" y="4205028"/>
            <a:ext cx="685271" cy="18153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SYN</a:t>
            </a:r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5F9406F1-1ABE-2844-BBD5-FF17AB54BD60}"/>
              </a:ext>
            </a:extLst>
          </p:cNvPr>
          <p:cNvSpPr/>
          <p:nvPr/>
        </p:nvSpPr>
        <p:spPr>
          <a:xfrm>
            <a:off x="827314" y="4212186"/>
            <a:ext cx="6057070" cy="165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`Syntenic` = Difference between positive `</a:t>
            </a:r>
            <a:r>
              <a:rPr lang="en-AU" sz="10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SynSpan</a:t>
            </a: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` and `</a:t>
            </a:r>
            <a:r>
              <a:rPr lang="en-AU" sz="10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GapSpan</a:t>
            </a: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` is `</a:t>
            </a:r>
            <a:r>
              <a:rPr lang="en-AU" sz="10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maxsynspan</a:t>
            </a: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=INT` or less (default 25 kb).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36" name="Rounded Rectangle 535">
            <a:extLst>
              <a:ext uri="{FF2B5EF4-FFF2-40B4-BE49-F238E27FC236}">
                <a16:creationId xmlns:a16="http://schemas.microsoft.com/office/drawing/2014/main" id="{B5CD92EB-E8A1-8844-8F22-9ADE550688E4}"/>
              </a:ext>
            </a:extLst>
          </p:cNvPr>
          <p:cNvSpPr/>
          <p:nvPr/>
        </p:nvSpPr>
        <p:spPr>
          <a:xfrm>
            <a:off x="73997" y="4433628"/>
            <a:ext cx="685271" cy="18153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INS</a:t>
            </a:r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96A606BF-730C-5248-935A-9311CECD51AC}"/>
              </a:ext>
            </a:extLst>
          </p:cNvPr>
          <p:cNvSpPr/>
          <p:nvPr/>
        </p:nvSpPr>
        <p:spPr>
          <a:xfrm>
            <a:off x="827314" y="4440786"/>
            <a:ext cx="6057070" cy="3427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`Insertion` = Achieved `Syntenic` rating by skipping </a:t>
            </a:r>
            <a:r>
              <a:rPr lang="en-AU" sz="10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upto</a:t>
            </a: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 `</a:t>
            </a:r>
            <a:r>
              <a:rPr lang="en-AU" sz="10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maxsynskip</a:t>
            </a: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=INT` local alignments and max `</a:t>
            </a:r>
            <a:r>
              <a:rPr lang="en-AU" sz="10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maxsynspan</a:t>
            </a: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=INT` bp in both </a:t>
            </a:r>
            <a:r>
              <a:rPr lang="en-AU" sz="10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Qry</a:t>
            </a: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 and Hit.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731A83CB-3703-124C-9613-C21F308A3637}"/>
              </a:ext>
            </a:extLst>
          </p:cNvPr>
          <p:cNvSpPr/>
          <p:nvPr/>
        </p:nvSpPr>
        <p:spPr>
          <a:xfrm>
            <a:off x="827314" y="5001400"/>
            <a:ext cx="6057070" cy="165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`Breakpoint` = Difference between positive `</a:t>
            </a:r>
            <a:r>
              <a:rPr lang="en-AU" sz="10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SynSpan</a:t>
            </a: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` and `</a:t>
            </a:r>
            <a:r>
              <a:rPr lang="en-AU" sz="10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GapSpan</a:t>
            </a: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` is bigger than the `</a:t>
            </a:r>
            <a:r>
              <a:rPr lang="en-AU" sz="10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maxsynspan</a:t>
            </a: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=INT` distance.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79F41CFB-97CB-AE4A-A6EE-F125A4F7C7C0}"/>
              </a:ext>
            </a:extLst>
          </p:cNvPr>
          <p:cNvSpPr/>
          <p:nvPr/>
        </p:nvSpPr>
        <p:spPr>
          <a:xfrm>
            <a:off x="827314" y="5327972"/>
            <a:ext cx="6057070" cy="165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`Duplication` = Overlapping flanking hits on the same strand.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40" name="Rounded Rectangle 539">
            <a:extLst>
              <a:ext uri="{FF2B5EF4-FFF2-40B4-BE49-F238E27FC236}">
                <a16:creationId xmlns:a16="http://schemas.microsoft.com/office/drawing/2014/main" id="{98684FCB-A52B-354F-B774-F139C34077A0}"/>
              </a:ext>
            </a:extLst>
          </p:cNvPr>
          <p:cNvSpPr/>
          <p:nvPr/>
        </p:nvSpPr>
        <p:spPr>
          <a:xfrm>
            <a:off x="75657" y="5660092"/>
            <a:ext cx="680899" cy="181535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INV</a:t>
            </a:r>
          </a:p>
        </p:txBody>
      </p:sp>
      <p:sp>
        <p:nvSpPr>
          <p:cNvPr id="541" name="Rectangle 540">
            <a:extLst>
              <a:ext uri="{FF2B5EF4-FFF2-40B4-BE49-F238E27FC236}">
                <a16:creationId xmlns:a16="http://schemas.microsoft.com/office/drawing/2014/main" id="{6A9A5AA7-57C0-2B42-889C-8471CBEB4007}"/>
              </a:ext>
            </a:extLst>
          </p:cNvPr>
          <p:cNvSpPr/>
          <p:nvPr/>
        </p:nvSpPr>
        <p:spPr>
          <a:xfrm>
            <a:off x="827314" y="5676314"/>
            <a:ext cx="6057070" cy="165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`Inversion` = Flanking hits are on alternative strands.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42" name="Rounded Rectangle 541">
            <a:extLst>
              <a:ext uri="{FF2B5EF4-FFF2-40B4-BE49-F238E27FC236}">
                <a16:creationId xmlns:a16="http://schemas.microsoft.com/office/drawing/2014/main" id="{297A1CBE-C722-D94C-90BC-EA58A20AA4F1}"/>
              </a:ext>
            </a:extLst>
          </p:cNvPr>
          <p:cNvSpPr/>
          <p:nvPr/>
        </p:nvSpPr>
        <p:spPr>
          <a:xfrm>
            <a:off x="75657" y="5910464"/>
            <a:ext cx="680899" cy="181535"/>
          </a:xfrm>
          <a:prstGeom prst="roundRect">
            <a:avLst>
              <a:gd name="adj" fmla="val 50000"/>
            </a:avLst>
          </a:prstGeom>
          <a:solidFill>
            <a:srgbClr val="FFBFD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TRAN</a:t>
            </a:r>
          </a:p>
        </p:txBody>
      </p:sp>
      <p:sp>
        <p:nvSpPr>
          <p:cNvPr id="543" name="Rectangle 542">
            <a:extLst>
              <a:ext uri="{FF2B5EF4-FFF2-40B4-BE49-F238E27FC236}">
                <a16:creationId xmlns:a16="http://schemas.microsoft.com/office/drawing/2014/main" id="{E44E2176-4270-6F45-87E0-E963419A1015}"/>
              </a:ext>
            </a:extLst>
          </p:cNvPr>
          <p:cNvSpPr/>
          <p:nvPr/>
        </p:nvSpPr>
        <p:spPr>
          <a:xfrm>
            <a:off x="827314" y="5926686"/>
            <a:ext cx="6057070" cy="165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`Translocation` = `</a:t>
            </a:r>
            <a:r>
              <a:rPr lang="en-AU" sz="10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SynSpan</a:t>
            </a: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` indicates matches are on different scaffolds.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44" name="Rounded Rectangle 543">
            <a:extLst>
              <a:ext uri="{FF2B5EF4-FFF2-40B4-BE49-F238E27FC236}">
                <a16:creationId xmlns:a16="http://schemas.microsoft.com/office/drawing/2014/main" id="{731B716E-EDC6-2549-A669-8A19B75116CD}"/>
              </a:ext>
            </a:extLst>
          </p:cNvPr>
          <p:cNvSpPr/>
          <p:nvPr/>
        </p:nvSpPr>
        <p:spPr>
          <a:xfrm>
            <a:off x="75657" y="6215264"/>
            <a:ext cx="680899" cy="181535"/>
          </a:xfrm>
          <a:prstGeom prst="roundRect">
            <a:avLst>
              <a:gd name="adj" fmla="val 50000"/>
            </a:avLst>
          </a:prstGeom>
          <a:solidFill>
            <a:srgbClr val="FFBFD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FRAG</a:t>
            </a:r>
          </a:p>
        </p:txBody>
      </p:sp>
      <p:sp>
        <p:nvSpPr>
          <p:cNvPr id="545" name="Rectangle 544">
            <a:extLst>
              <a:ext uri="{FF2B5EF4-FFF2-40B4-BE49-F238E27FC236}">
                <a16:creationId xmlns:a16="http://schemas.microsoft.com/office/drawing/2014/main" id="{FB5BAF9F-B978-0048-B312-A033B47B0374}"/>
              </a:ext>
            </a:extLst>
          </p:cNvPr>
          <p:cNvSpPr/>
          <p:nvPr/>
        </p:nvSpPr>
        <p:spPr>
          <a:xfrm>
            <a:off x="827314" y="6231486"/>
            <a:ext cx="6057070" cy="165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`Fragmentation` = `</a:t>
            </a:r>
            <a:r>
              <a:rPr lang="en-AU" sz="10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SynSpan</a:t>
            </a: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` indicates matches are on different contigs, 1+ of which is not a chromosome scaffold.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46" name="Rounded Rectangle 545">
            <a:extLst>
              <a:ext uri="{FF2B5EF4-FFF2-40B4-BE49-F238E27FC236}">
                <a16:creationId xmlns:a16="http://schemas.microsoft.com/office/drawing/2014/main" id="{D36A4BE5-4E3A-A049-9315-3BEB02B1FEA3}"/>
              </a:ext>
            </a:extLst>
          </p:cNvPr>
          <p:cNvSpPr/>
          <p:nvPr/>
        </p:nvSpPr>
        <p:spPr>
          <a:xfrm>
            <a:off x="73997" y="6621657"/>
            <a:ext cx="685271" cy="18153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TERM</a:t>
            </a:r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1552AACC-A9F2-3944-B36C-353D5E0A8261}"/>
              </a:ext>
            </a:extLst>
          </p:cNvPr>
          <p:cNvSpPr/>
          <p:nvPr/>
        </p:nvSpPr>
        <p:spPr>
          <a:xfrm>
            <a:off x="827314" y="6628815"/>
            <a:ext cx="6057070" cy="165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`Terminal` = Gap is between a local alignment and the end of the query sequence.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48" name="Rounded Rectangle 547">
            <a:extLst>
              <a:ext uri="{FF2B5EF4-FFF2-40B4-BE49-F238E27FC236}">
                <a16:creationId xmlns:a16="http://schemas.microsoft.com/office/drawing/2014/main" id="{C8AC6896-B41D-6048-8A25-AFDCBBDA6B51}"/>
              </a:ext>
            </a:extLst>
          </p:cNvPr>
          <p:cNvSpPr/>
          <p:nvPr/>
        </p:nvSpPr>
        <p:spPr>
          <a:xfrm>
            <a:off x="73997" y="7002657"/>
            <a:ext cx="685271" cy="18153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SPAN</a:t>
            </a:r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4F6BC96E-C28E-5046-BC6A-8357798C2099}"/>
              </a:ext>
            </a:extLst>
          </p:cNvPr>
          <p:cNvSpPr/>
          <p:nvPr/>
        </p:nvSpPr>
        <p:spPr>
          <a:xfrm>
            <a:off x="827314" y="7009815"/>
            <a:ext cx="6057070" cy="165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`Spanned` = Any gaps without Aligned or Syntenic rating that are spanned by at least `</a:t>
            </a:r>
            <a:r>
              <a:rPr lang="en-AU" sz="10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synreadspan</a:t>
            </a: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=INT` reads.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50" name="Rounded Rectangle 549">
            <a:extLst>
              <a:ext uri="{FF2B5EF4-FFF2-40B4-BE49-F238E27FC236}">
                <a16:creationId xmlns:a16="http://schemas.microsoft.com/office/drawing/2014/main" id="{CF92A17D-57C8-864B-96BE-46F7053A7EFA}"/>
              </a:ext>
            </a:extLst>
          </p:cNvPr>
          <p:cNvSpPr/>
          <p:nvPr/>
        </p:nvSpPr>
        <p:spPr>
          <a:xfrm>
            <a:off x="73997" y="7323786"/>
            <a:ext cx="685271" cy="181535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NULL</a:t>
            </a:r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A9E7C6FC-A332-1A48-AAAA-17831FA2177A}"/>
              </a:ext>
            </a:extLst>
          </p:cNvPr>
          <p:cNvSpPr/>
          <p:nvPr/>
        </p:nvSpPr>
        <p:spPr>
          <a:xfrm>
            <a:off x="827314" y="7330944"/>
            <a:ext cx="6057070" cy="165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No mapping between genomes for that gap.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52" name="Rectangle 551">
            <a:extLst>
              <a:ext uri="{FF2B5EF4-FFF2-40B4-BE49-F238E27FC236}">
                <a16:creationId xmlns:a16="http://schemas.microsoft.com/office/drawing/2014/main" id="{BB2492AE-8CF6-584D-8E3E-9FA95DED51FE}"/>
              </a:ext>
            </a:extLst>
          </p:cNvPr>
          <p:cNvSpPr/>
          <p:nvPr/>
        </p:nvSpPr>
        <p:spPr>
          <a:xfrm>
            <a:off x="827314" y="7809915"/>
            <a:ext cx="6057070" cy="165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`Divergence` = Translocation or Breakpoint gap with flanking collinear hits.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53" name="Rounded Rectangle 552">
            <a:extLst>
              <a:ext uri="{FF2B5EF4-FFF2-40B4-BE49-F238E27FC236}">
                <a16:creationId xmlns:a16="http://schemas.microsoft.com/office/drawing/2014/main" id="{C4C4CF58-576F-3B4C-8E4B-13029993926B}"/>
              </a:ext>
            </a:extLst>
          </p:cNvPr>
          <p:cNvSpPr/>
          <p:nvPr/>
        </p:nvSpPr>
        <p:spPr>
          <a:xfrm>
            <a:off x="75657" y="8103934"/>
            <a:ext cx="680899" cy="181535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INVBRK</a:t>
            </a:r>
          </a:p>
        </p:txBody>
      </p:sp>
      <p:sp>
        <p:nvSpPr>
          <p:cNvPr id="554" name="Rectangle 553">
            <a:extLst>
              <a:ext uri="{FF2B5EF4-FFF2-40B4-BE49-F238E27FC236}">
                <a16:creationId xmlns:a16="http://schemas.microsoft.com/office/drawing/2014/main" id="{D2C7CEDB-DDDB-674C-90A1-341E93924FF1}"/>
              </a:ext>
            </a:extLst>
          </p:cNvPr>
          <p:cNvSpPr/>
          <p:nvPr/>
        </p:nvSpPr>
        <p:spPr>
          <a:xfrm>
            <a:off x="827314" y="8120156"/>
            <a:ext cx="6057070" cy="165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`Inversion Breakpoint` = Reclassified Inversion that appears to be out of place.',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55" name="Rounded Rectangle 554">
            <a:extLst>
              <a:ext uri="{FF2B5EF4-FFF2-40B4-BE49-F238E27FC236}">
                <a16:creationId xmlns:a16="http://schemas.microsoft.com/office/drawing/2014/main" id="{16C5EBAD-E6FF-5E43-B752-C23E15DB10E1}"/>
              </a:ext>
            </a:extLst>
          </p:cNvPr>
          <p:cNvSpPr/>
          <p:nvPr/>
        </p:nvSpPr>
        <p:spPr>
          <a:xfrm>
            <a:off x="65048" y="8421666"/>
            <a:ext cx="692143" cy="181535"/>
          </a:xfrm>
          <a:prstGeom prst="roundRect">
            <a:avLst>
              <a:gd name="adj" fmla="val 50000"/>
            </a:avLst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INVFIX</a:t>
            </a:r>
          </a:p>
        </p:txBody>
      </p:sp>
      <p:sp>
        <p:nvSpPr>
          <p:cNvPr id="556" name="Rectangle 555">
            <a:extLst>
              <a:ext uri="{FF2B5EF4-FFF2-40B4-BE49-F238E27FC236}">
                <a16:creationId xmlns:a16="http://schemas.microsoft.com/office/drawing/2014/main" id="{11BD37C3-AC7D-4D42-A78A-DA718C072197}"/>
              </a:ext>
            </a:extLst>
          </p:cNvPr>
          <p:cNvSpPr/>
          <p:nvPr/>
        </p:nvSpPr>
        <p:spPr>
          <a:xfrm>
            <a:off x="827314" y="8430400"/>
            <a:ext cx="6057070" cy="165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`Fixed Inversion` = Inversion that becomes collinear when inverted. (See `*.</a:t>
            </a:r>
            <a:r>
              <a:rPr lang="en-AU" sz="10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corrections.tdt</a:t>
            </a: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`)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57" name="Rounded Rectangle 556">
            <a:extLst>
              <a:ext uri="{FF2B5EF4-FFF2-40B4-BE49-F238E27FC236}">
                <a16:creationId xmlns:a16="http://schemas.microsoft.com/office/drawing/2014/main" id="{2D18E269-7C74-5948-9C48-48FB657ED8D3}"/>
              </a:ext>
            </a:extLst>
          </p:cNvPr>
          <p:cNvSpPr/>
          <p:nvPr/>
        </p:nvSpPr>
        <p:spPr>
          <a:xfrm>
            <a:off x="75657" y="8724420"/>
            <a:ext cx="680899" cy="181535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INVDUPFIX</a:t>
            </a:r>
          </a:p>
        </p:txBody>
      </p:sp>
      <p:sp>
        <p:nvSpPr>
          <p:cNvPr id="558" name="Rectangle 557">
            <a:extLst>
              <a:ext uri="{FF2B5EF4-FFF2-40B4-BE49-F238E27FC236}">
                <a16:creationId xmlns:a16="http://schemas.microsoft.com/office/drawing/2014/main" id="{26F8E354-5B6A-0444-B686-1A9B1D4E4CAD}"/>
              </a:ext>
            </a:extLst>
          </p:cNvPr>
          <p:cNvSpPr/>
          <p:nvPr/>
        </p:nvSpPr>
        <p:spPr>
          <a:xfrm>
            <a:off x="827314" y="8740642"/>
            <a:ext cx="6057070" cy="165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`Inversion Breakpoint` = Reclassified Inversion that appears to be out of place.',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59" name="Rounded Rectangle 558">
            <a:extLst>
              <a:ext uri="{FF2B5EF4-FFF2-40B4-BE49-F238E27FC236}">
                <a16:creationId xmlns:a16="http://schemas.microsoft.com/office/drawing/2014/main" id="{A80BC67E-FDC6-F842-83DD-4E301EA698AF}"/>
              </a:ext>
            </a:extLst>
          </p:cNvPr>
          <p:cNvSpPr/>
          <p:nvPr/>
        </p:nvSpPr>
        <p:spPr>
          <a:xfrm>
            <a:off x="65048" y="9031266"/>
            <a:ext cx="692143" cy="181535"/>
          </a:xfrm>
          <a:prstGeom prst="roundRect">
            <a:avLst>
              <a:gd name="adj" fmla="val 50000"/>
            </a:avLst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LONG</a:t>
            </a:r>
          </a:p>
        </p:txBody>
      </p:sp>
      <p:sp>
        <p:nvSpPr>
          <p:cNvPr id="560" name="Rectangle 559">
            <a:extLst>
              <a:ext uri="{FF2B5EF4-FFF2-40B4-BE49-F238E27FC236}">
                <a16:creationId xmlns:a16="http://schemas.microsoft.com/office/drawing/2014/main" id="{2C471D53-BDE8-5841-A535-BAEE2C967EF5}"/>
              </a:ext>
            </a:extLst>
          </p:cNvPr>
          <p:cNvSpPr/>
          <p:nvPr/>
        </p:nvSpPr>
        <p:spPr>
          <a:xfrm>
            <a:off x="827314" y="9040000"/>
            <a:ext cx="6057070" cy="3427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`Long Syntenic` = Gap flanked by collinear </a:t>
            </a:r>
            <a:r>
              <a:rPr lang="en-AU" sz="10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Qry</a:t>
            </a: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/Hit pairs but distance is greater than `</a:t>
            </a:r>
            <a:r>
              <a:rPr lang="en-AU" sz="10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maxsynspan</a:t>
            </a: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=INT`  (default 25 kb).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61" name="Rectangle 560">
            <a:extLst>
              <a:ext uri="{FF2B5EF4-FFF2-40B4-BE49-F238E27FC236}">
                <a16:creationId xmlns:a16="http://schemas.microsoft.com/office/drawing/2014/main" id="{40B1411E-E74D-2945-8870-F8109EB6BDAA}"/>
              </a:ext>
            </a:extLst>
          </p:cNvPr>
          <p:cNvSpPr/>
          <p:nvPr/>
        </p:nvSpPr>
        <p:spPr>
          <a:xfrm>
            <a:off x="73997" y="68258"/>
            <a:ext cx="1446828" cy="138502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r>
              <a:rPr lang="en-AU" sz="1050" b="1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SynBad</a:t>
            </a:r>
            <a:r>
              <a:rPr lang="en-AU" sz="105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Gap Assessment </a:t>
            </a:r>
            <a:endParaRPr lang="en-US" sz="1050" b="1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62" name="Group 561">
            <a:extLst>
              <a:ext uri="{FF2B5EF4-FFF2-40B4-BE49-F238E27FC236}">
                <a16:creationId xmlns:a16="http://schemas.microsoft.com/office/drawing/2014/main" id="{D5053698-E79E-B44C-BA5E-E675B7B38D46}"/>
              </a:ext>
            </a:extLst>
          </p:cNvPr>
          <p:cNvGrpSpPr/>
          <p:nvPr/>
        </p:nvGrpSpPr>
        <p:grpSpPr>
          <a:xfrm>
            <a:off x="1572962" y="1051438"/>
            <a:ext cx="1307166" cy="184669"/>
            <a:chOff x="-1478805" y="2754106"/>
            <a:chExt cx="1307166" cy="184669"/>
          </a:xfrm>
        </p:grpSpPr>
        <p:grpSp>
          <p:nvGrpSpPr>
            <p:cNvPr id="563" name="Group 562">
              <a:extLst>
                <a:ext uri="{FF2B5EF4-FFF2-40B4-BE49-F238E27FC236}">
                  <a16:creationId xmlns:a16="http://schemas.microsoft.com/office/drawing/2014/main" id="{1E66F625-790A-C941-A539-3543593FEDB3}"/>
                </a:ext>
              </a:extLst>
            </p:cNvPr>
            <p:cNvGrpSpPr/>
            <p:nvPr/>
          </p:nvGrpSpPr>
          <p:grpSpPr>
            <a:xfrm>
              <a:off x="-1478805" y="2754106"/>
              <a:ext cx="1307166" cy="184669"/>
              <a:chOff x="1101736" y="2014706"/>
              <a:chExt cx="1395666" cy="369332"/>
            </a:xfrm>
          </p:grpSpPr>
          <p:sp>
            <p:nvSpPr>
              <p:cNvPr id="567" name="Rectangle 566">
                <a:extLst>
                  <a:ext uri="{FF2B5EF4-FFF2-40B4-BE49-F238E27FC236}">
                    <a16:creationId xmlns:a16="http://schemas.microsoft.com/office/drawing/2014/main" id="{9AE2CF9C-95FF-D04A-860D-13E33A9530FE}"/>
                  </a:ext>
                </a:extLst>
              </p:cNvPr>
              <p:cNvSpPr/>
              <p:nvPr/>
            </p:nvSpPr>
            <p:spPr>
              <a:xfrm>
                <a:off x="1101738" y="2014706"/>
                <a:ext cx="1395664" cy="369332"/>
              </a:xfrm>
              <a:prstGeom prst="rect">
                <a:avLst/>
              </a:prstGeom>
              <a:gradFill flip="none" rotWithShape="1">
                <a:gsLst>
                  <a:gs pos="25000">
                    <a:schemeClr val="accent1">
                      <a:lumMod val="5000"/>
                      <a:lumOff val="95000"/>
                    </a:schemeClr>
                  </a:gs>
                  <a:gs pos="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sz="1000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68" name="Rectangle 567">
                <a:extLst>
                  <a:ext uri="{FF2B5EF4-FFF2-40B4-BE49-F238E27FC236}">
                    <a16:creationId xmlns:a16="http://schemas.microsoft.com/office/drawing/2014/main" id="{45F947C1-394D-8244-AF5B-CB3DA0E92573}"/>
                  </a:ext>
                </a:extLst>
              </p:cNvPr>
              <p:cNvSpPr/>
              <p:nvPr/>
            </p:nvSpPr>
            <p:spPr>
              <a:xfrm>
                <a:off x="1101736" y="2060873"/>
                <a:ext cx="1395665" cy="276999"/>
              </a:xfrm>
              <a:prstGeom prst="rect">
                <a:avLst/>
              </a:prstGeom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:r>
                  <a:rPr lang="en-AU" sz="1000" b="1" dirty="0"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QRY REGION 1</a:t>
                </a:r>
                <a:endParaRPr lang="en-US" sz="10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564" name="Group 563">
              <a:extLst>
                <a:ext uri="{FF2B5EF4-FFF2-40B4-BE49-F238E27FC236}">
                  <a16:creationId xmlns:a16="http://schemas.microsoft.com/office/drawing/2014/main" id="{D5BEDE9D-32AD-884C-9523-F726A3C93827}"/>
                </a:ext>
              </a:extLst>
            </p:cNvPr>
            <p:cNvGrpSpPr/>
            <p:nvPr/>
          </p:nvGrpSpPr>
          <p:grpSpPr>
            <a:xfrm>
              <a:off x="-1440322" y="2779724"/>
              <a:ext cx="1226865" cy="133432"/>
              <a:chOff x="434532" y="1264966"/>
              <a:chExt cx="1226865" cy="133432"/>
            </a:xfrm>
          </p:grpSpPr>
          <p:sp>
            <p:nvSpPr>
              <p:cNvPr id="565" name="Triangle 564">
                <a:extLst>
                  <a:ext uri="{FF2B5EF4-FFF2-40B4-BE49-F238E27FC236}">
                    <a16:creationId xmlns:a16="http://schemas.microsoft.com/office/drawing/2014/main" id="{C011D174-C7A7-EC43-B3BC-9FA2ABFE0C94}"/>
                  </a:ext>
                </a:extLst>
              </p:cNvPr>
              <p:cNvSpPr/>
              <p:nvPr/>
            </p:nvSpPr>
            <p:spPr>
              <a:xfrm rot="5400000">
                <a:off x="1537167" y="1274168"/>
                <a:ext cx="133432" cy="115028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6" name="Triangle 565">
                <a:extLst>
                  <a:ext uri="{FF2B5EF4-FFF2-40B4-BE49-F238E27FC236}">
                    <a16:creationId xmlns:a16="http://schemas.microsoft.com/office/drawing/2014/main" id="{C2BE3119-81D3-CC42-BAD9-2718AFB39E7F}"/>
                  </a:ext>
                </a:extLst>
              </p:cNvPr>
              <p:cNvSpPr/>
              <p:nvPr/>
            </p:nvSpPr>
            <p:spPr>
              <a:xfrm rot="5400000">
                <a:off x="425330" y="1274168"/>
                <a:ext cx="133432" cy="115028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69" name="Group 568">
            <a:extLst>
              <a:ext uri="{FF2B5EF4-FFF2-40B4-BE49-F238E27FC236}">
                <a16:creationId xmlns:a16="http://schemas.microsoft.com/office/drawing/2014/main" id="{85D58BF6-C2F7-8244-BADC-576C305DC546}"/>
              </a:ext>
            </a:extLst>
          </p:cNvPr>
          <p:cNvGrpSpPr/>
          <p:nvPr/>
        </p:nvGrpSpPr>
        <p:grpSpPr>
          <a:xfrm>
            <a:off x="265800" y="1855022"/>
            <a:ext cx="1307162" cy="184669"/>
            <a:chOff x="-1478805" y="3326365"/>
            <a:chExt cx="1307162" cy="184669"/>
          </a:xfrm>
        </p:grpSpPr>
        <p:grpSp>
          <p:nvGrpSpPr>
            <p:cNvPr id="570" name="Group 569">
              <a:extLst>
                <a:ext uri="{FF2B5EF4-FFF2-40B4-BE49-F238E27FC236}">
                  <a16:creationId xmlns:a16="http://schemas.microsoft.com/office/drawing/2014/main" id="{F8C93F79-2BAB-D34B-BDCF-7701961CC117}"/>
                </a:ext>
              </a:extLst>
            </p:cNvPr>
            <p:cNvGrpSpPr/>
            <p:nvPr/>
          </p:nvGrpSpPr>
          <p:grpSpPr>
            <a:xfrm>
              <a:off x="-1478805" y="3326365"/>
              <a:ext cx="1307162" cy="184669"/>
              <a:chOff x="1101736" y="7394745"/>
              <a:chExt cx="1395666" cy="369332"/>
            </a:xfrm>
          </p:grpSpPr>
          <p:sp>
            <p:nvSpPr>
              <p:cNvPr id="574" name="Rectangle 573">
                <a:extLst>
                  <a:ext uri="{FF2B5EF4-FFF2-40B4-BE49-F238E27FC236}">
                    <a16:creationId xmlns:a16="http://schemas.microsoft.com/office/drawing/2014/main" id="{FE3C3F0A-2F4D-8F43-BD1E-9038C79E10FE}"/>
                  </a:ext>
                </a:extLst>
              </p:cNvPr>
              <p:cNvSpPr/>
              <p:nvPr/>
            </p:nvSpPr>
            <p:spPr>
              <a:xfrm>
                <a:off x="1101738" y="7394745"/>
                <a:ext cx="1395664" cy="369332"/>
              </a:xfrm>
              <a:prstGeom prst="rect">
                <a:avLst/>
              </a:prstGeom>
              <a:gradFill flip="none" rotWithShape="1">
                <a:gsLst>
                  <a:gs pos="25000">
                    <a:schemeClr val="accent6">
                      <a:lumMod val="5000"/>
                      <a:lumOff val="95000"/>
                    </a:schemeClr>
                  </a:gs>
                  <a:gs pos="0">
                    <a:schemeClr val="accent6">
                      <a:lumMod val="45000"/>
                      <a:lumOff val="55000"/>
                    </a:schemeClr>
                  </a:gs>
                  <a:gs pos="83000">
                    <a:schemeClr val="accent6">
                      <a:lumMod val="45000"/>
                      <a:lumOff val="55000"/>
                    </a:schemeClr>
                  </a:gs>
                  <a:gs pos="100000">
                    <a:schemeClr val="accent6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sz="1000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75" name="Rectangle 574">
                <a:extLst>
                  <a:ext uri="{FF2B5EF4-FFF2-40B4-BE49-F238E27FC236}">
                    <a16:creationId xmlns:a16="http://schemas.microsoft.com/office/drawing/2014/main" id="{47AFF084-2F81-4D4E-B4CA-601F8174118F}"/>
                  </a:ext>
                </a:extLst>
              </p:cNvPr>
              <p:cNvSpPr/>
              <p:nvPr/>
            </p:nvSpPr>
            <p:spPr>
              <a:xfrm>
                <a:off x="1101736" y="7440912"/>
                <a:ext cx="1395664" cy="276999"/>
              </a:xfrm>
              <a:prstGeom prst="rect">
                <a:avLst/>
              </a:prstGeom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:r>
                  <a:rPr lang="en-AU" sz="1000" b="1" dirty="0"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HIT REGION -1</a:t>
                </a:r>
                <a:endParaRPr lang="en-US" sz="10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571" name="Group 570">
              <a:extLst>
                <a:ext uri="{FF2B5EF4-FFF2-40B4-BE49-F238E27FC236}">
                  <a16:creationId xmlns:a16="http://schemas.microsoft.com/office/drawing/2014/main" id="{F4782745-0B38-A34D-BDD1-EEB7314F68A6}"/>
                </a:ext>
              </a:extLst>
            </p:cNvPr>
            <p:cNvGrpSpPr/>
            <p:nvPr/>
          </p:nvGrpSpPr>
          <p:grpSpPr>
            <a:xfrm>
              <a:off x="-1440322" y="3348771"/>
              <a:ext cx="1226865" cy="133432"/>
              <a:chOff x="434532" y="1264966"/>
              <a:chExt cx="1226865" cy="133432"/>
            </a:xfrm>
          </p:grpSpPr>
          <p:sp>
            <p:nvSpPr>
              <p:cNvPr id="572" name="Triangle 571">
                <a:extLst>
                  <a:ext uri="{FF2B5EF4-FFF2-40B4-BE49-F238E27FC236}">
                    <a16:creationId xmlns:a16="http://schemas.microsoft.com/office/drawing/2014/main" id="{F7EC953D-0C27-1B41-A9A8-431BD60E5919}"/>
                  </a:ext>
                </a:extLst>
              </p:cNvPr>
              <p:cNvSpPr/>
              <p:nvPr/>
            </p:nvSpPr>
            <p:spPr>
              <a:xfrm rot="5400000">
                <a:off x="1537167" y="1274168"/>
                <a:ext cx="133432" cy="115028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3" name="Triangle 572">
                <a:extLst>
                  <a:ext uri="{FF2B5EF4-FFF2-40B4-BE49-F238E27FC236}">
                    <a16:creationId xmlns:a16="http://schemas.microsoft.com/office/drawing/2014/main" id="{384488BE-05F6-F840-8F26-7A7609368A20}"/>
                  </a:ext>
                </a:extLst>
              </p:cNvPr>
              <p:cNvSpPr/>
              <p:nvPr/>
            </p:nvSpPr>
            <p:spPr>
              <a:xfrm rot="5400000">
                <a:off x="425330" y="1274168"/>
                <a:ext cx="133432" cy="115028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76" name="Group 575">
            <a:extLst>
              <a:ext uri="{FF2B5EF4-FFF2-40B4-BE49-F238E27FC236}">
                <a16:creationId xmlns:a16="http://schemas.microsoft.com/office/drawing/2014/main" id="{0D1C8CEE-8A07-8040-A884-7DDD4174DA3F}"/>
              </a:ext>
            </a:extLst>
          </p:cNvPr>
          <p:cNvGrpSpPr/>
          <p:nvPr/>
        </p:nvGrpSpPr>
        <p:grpSpPr>
          <a:xfrm>
            <a:off x="1644580" y="1855022"/>
            <a:ext cx="1307164" cy="184669"/>
            <a:chOff x="1101736" y="2950206"/>
            <a:chExt cx="1395666" cy="369332"/>
          </a:xfrm>
        </p:grpSpPr>
        <p:sp>
          <p:nvSpPr>
            <p:cNvPr id="577" name="Rectangle 576">
              <a:extLst>
                <a:ext uri="{FF2B5EF4-FFF2-40B4-BE49-F238E27FC236}">
                  <a16:creationId xmlns:a16="http://schemas.microsoft.com/office/drawing/2014/main" id="{046B4C5C-F954-1E43-9A7C-9BBB6F1CC780}"/>
                </a:ext>
              </a:extLst>
            </p:cNvPr>
            <p:cNvSpPr/>
            <p:nvPr/>
          </p:nvSpPr>
          <p:spPr>
            <a:xfrm>
              <a:off x="1101738" y="2950206"/>
              <a:ext cx="1395664" cy="369332"/>
            </a:xfrm>
            <a:prstGeom prst="rect">
              <a:avLst/>
            </a:prstGeom>
            <a:gradFill flip="none" rotWithShape="1">
              <a:gsLst>
                <a:gs pos="25000">
                  <a:schemeClr val="accent2">
                    <a:lumMod val="5000"/>
                    <a:lumOff val="95000"/>
                  </a:schemeClr>
                </a:gs>
                <a:gs pos="0">
                  <a:schemeClr val="accent2">
                    <a:lumMod val="45000"/>
                    <a:lumOff val="55000"/>
                  </a:schemeClr>
                </a:gs>
                <a:gs pos="83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0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78" name="Rectangle 577">
              <a:extLst>
                <a:ext uri="{FF2B5EF4-FFF2-40B4-BE49-F238E27FC236}">
                  <a16:creationId xmlns:a16="http://schemas.microsoft.com/office/drawing/2014/main" id="{7ECE9B5C-B723-DA43-B5A1-D0EB49D3DD70}"/>
                </a:ext>
              </a:extLst>
            </p:cNvPr>
            <p:cNvSpPr/>
            <p:nvPr/>
          </p:nvSpPr>
          <p:spPr>
            <a:xfrm>
              <a:off x="1101736" y="2996373"/>
              <a:ext cx="1395664" cy="276999"/>
            </a:xfrm>
            <a:prstGeom prst="rect">
              <a:avLst/>
            </a:prstGeom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en-AU" sz="1000" b="1" dirty="0"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HIT REGION 1</a:t>
              </a:r>
              <a:endParaRPr lang="en-US" sz="10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79" name="Group 578">
            <a:extLst>
              <a:ext uri="{FF2B5EF4-FFF2-40B4-BE49-F238E27FC236}">
                <a16:creationId xmlns:a16="http://schemas.microsoft.com/office/drawing/2014/main" id="{591CBBBF-FF8A-7E42-9702-51B1E13DA643}"/>
              </a:ext>
            </a:extLst>
          </p:cNvPr>
          <p:cNvGrpSpPr/>
          <p:nvPr/>
        </p:nvGrpSpPr>
        <p:grpSpPr>
          <a:xfrm>
            <a:off x="3023360" y="1858974"/>
            <a:ext cx="1307168" cy="184669"/>
            <a:chOff x="1101736" y="5412423"/>
            <a:chExt cx="1395666" cy="369332"/>
          </a:xfrm>
        </p:grpSpPr>
        <p:sp>
          <p:nvSpPr>
            <p:cNvPr id="580" name="Rectangle 579">
              <a:extLst>
                <a:ext uri="{FF2B5EF4-FFF2-40B4-BE49-F238E27FC236}">
                  <a16:creationId xmlns:a16="http://schemas.microsoft.com/office/drawing/2014/main" id="{A71DBDC9-001B-2245-A719-1E9102118B17}"/>
                </a:ext>
              </a:extLst>
            </p:cNvPr>
            <p:cNvSpPr/>
            <p:nvPr/>
          </p:nvSpPr>
          <p:spPr>
            <a:xfrm>
              <a:off x="1101738" y="5412423"/>
              <a:ext cx="1395664" cy="369332"/>
            </a:xfrm>
            <a:prstGeom prst="rect">
              <a:avLst/>
            </a:prstGeom>
            <a:gradFill flip="none" rotWithShape="1">
              <a:gsLst>
                <a:gs pos="25000">
                  <a:schemeClr val="accent4">
                    <a:lumMod val="5000"/>
                    <a:lumOff val="95000"/>
                  </a:schemeClr>
                </a:gs>
                <a:gs pos="0">
                  <a:schemeClr val="accent4">
                    <a:lumMod val="45000"/>
                    <a:lumOff val="55000"/>
                  </a:schemeClr>
                </a:gs>
                <a:gs pos="83000">
                  <a:schemeClr val="accent4">
                    <a:lumMod val="45000"/>
                    <a:lumOff val="55000"/>
                  </a:schemeClr>
                </a:gs>
                <a:gs pos="100000">
                  <a:schemeClr val="accent4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0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81" name="Rectangle 580">
              <a:extLst>
                <a:ext uri="{FF2B5EF4-FFF2-40B4-BE49-F238E27FC236}">
                  <a16:creationId xmlns:a16="http://schemas.microsoft.com/office/drawing/2014/main" id="{37BB6FAE-3103-2548-8EA3-67FBC0A8A847}"/>
                </a:ext>
              </a:extLst>
            </p:cNvPr>
            <p:cNvSpPr/>
            <p:nvPr/>
          </p:nvSpPr>
          <p:spPr>
            <a:xfrm>
              <a:off x="1101736" y="5458590"/>
              <a:ext cx="1395664" cy="276999"/>
            </a:xfrm>
            <a:prstGeom prst="rect">
              <a:avLst/>
            </a:prstGeom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en-AU" sz="1000" b="1" dirty="0"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HIT REGION 2</a:t>
              </a:r>
              <a:endParaRPr lang="en-US" sz="10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ACDA9C0-9CEC-2E49-A164-1FD00DF5D163}"/>
              </a:ext>
            </a:extLst>
          </p:cNvPr>
          <p:cNvGrpSpPr/>
          <p:nvPr/>
        </p:nvGrpSpPr>
        <p:grpSpPr>
          <a:xfrm>
            <a:off x="2951744" y="998107"/>
            <a:ext cx="71616" cy="307390"/>
            <a:chOff x="1703209" y="907822"/>
            <a:chExt cx="117742" cy="30739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04D7887-5E45-5A4D-AAD1-0B7964F1160E}"/>
                </a:ext>
              </a:extLst>
            </p:cNvPr>
            <p:cNvSpPr/>
            <p:nvPr/>
          </p:nvSpPr>
          <p:spPr>
            <a:xfrm>
              <a:off x="1703209" y="907822"/>
              <a:ext cx="117742" cy="3073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9FE4C7C-83CC-5546-A0E8-11396220399B}"/>
                </a:ext>
              </a:extLst>
            </p:cNvPr>
            <p:cNvCxnSpPr>
              <a:cxnSpLocks/>
            </p:cNvCxnSpPr>
            <p:nvPr/>
          </p:nvCxnSpPr>
          <p:spPr>
            <a:xfrm>
              <a:off x="1703209" y="907822"/>
              <a:ext cx="0" cy="30739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Straight Connector 532">
              <a:extLst>
                <a:ext uri="{FF2B5EF4-FFF2-40B4-BE49-F238E27FC236}">
                  <a16:creationId xmlns:a16="http://schemas.microsoft.com/office/drawing/2014/main" id="{9660794B-C9DC-B743-8D4D-4F63ADB568F9}"/>
                </a:ext>
              </a:extLst>
            </p:cNvPr>
            <p:cNvCxnSpPr>
              <a:cxnSpLocks/>
            </p:cNvCxnSpPr>
            <p:nvPr/>
          </p:nvCxnSpPr>
          <p:spPr>
            <a:xfrm>
              <a:off x="1820951" y="907822"/>
              <a:ext cx="0" cy="30739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2" name="Group 581">
            <a:extLst>
              <a:ext uri="{FF2B5EF4-FFF2-40B4-BE49-F238E27FC236}">
                <a16:creationId xmlns:a16="http://schemas.microsoft.com/office/drawing/2014/main" id="{7F0EF123-8C1B-3A49-96A8-87F9D21BEF0B}"/>
              </a:ext>
            </a:extLst>
          </p:cNvPr>
          <p:cNvGrpSpPr/>
          <p:nvPr/>
        </p:nvGrpSpPr>
        <p:grpSpPr>
          <a:xfrm>
            <a:off x="3088346" y="1051438"/>
            <a:ext cx="1307166" cy="184669"/>
            <a:chOff x="-1478805" y="2754106"/>
            <a:chExt cx="1307166" cy="184669"/>
          </a:xfrm>
        </p:grpSpPr>
        <p:grpSp>
          <p:nvGrpSpPr>
            <p:cNvPr id="583" name="Group 582">
              <a:extLst>
                <a:ext uri="{FF2B5EF4-FFF2-40B4-BE49-F238E27FC236}">
                  <a16:creationId xmlns:a16="http://schemas.microsoft.com/office/drawing/2014/main" id="{B7592C1B-4FEA-4045-AF3E-9D819BFDC74E}"/>
                </a:ext>
              </a:extLst>
            </p:cNvPr>
            <p:cNvGrpSpPr/>
            <p:nvPr/>
          </p:nvGrpSpPr>
          <p:grpSpPr>
            <a:xfrm>
              <a:off x="-1478805" y="2754106"/>
              <a:ext cx="1307166" cy="184669"/>
              <a:chOff x="1101736" y="2014706"/>
              <a:chExt cx="1395666" cy="369332"/>
            </a:xfrm>
          </p:grpSpPr>
          <p:sp>
            <p:nvSpPr>
              <p:cNvPr id="587" name="Rectangle 586">
                <a:extLst>
                  <a:ext uri="{FF2B5EF4-FFF2-40B4-BE49-F238E27FC236}">
                    <a16:creationId xmlns:a16="http://schemas.microsoft.com/office/drawing/2014/main" id="{DC196030-E0B2-4E4A-B145-BB2BFED6CB5F}"/>
                  </a:ext>
                </a:extLst>
              </p:cNvPr>
              <p:cNvSpPr/>
              <p:nvPr/>
            </p:nvSpPr>
            <p:spPr>
              <a:xfrm>
                <a:off x="1101738" y="2014706"/>
                <a:ext cx="1395664" cy="369332"/>
              </a:xfrm>
              <a:prstGeom prst="rect">
                <a:avLst/>
              </a:prstGeom>
              <a:gradFill flip="none" rotWithShape="1">
                <a:gsLst>
                  <a:gs pos="25000">
                    <a:schemeClr val="accent1">
                      <a:lumMod val="5000"/>
                      <a:lumOff val="95000"/>
                    </a:schemeClr>
                  </a:gs>
                  <a:gs pos="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sz="1000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88" name="Rectangle 587">
                <a:extLst>
                  <a:ext uri="{FF2B5EF4-FFF2-40B4-BE49-F238E27FC236}">
                    <a16:creationId xmlns:a16="http://schemas.microsoft.com/office/drawing/2014/main" id="{70016CE7-9843-F44A-B2EC-BBD2C991EDFC}"/>
                  </a:ext>
                </a:extLst>
              </p:cNvPr>
              <p:cNvSpPr/>
              <p:nvPr/>
            </p:nvSpPr>
            <p:spPr>
              <a:xfrm>
                <a:off x="1101736" y="2060873"/>
                <a:ext cx="1395665" cy="276999"/>
              </a:xfrm>
              <a:prstGeom prst="rect">
                <a:avLst/>
              </a:prstGeom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:r>
                  <a:rPr lang="en-AU" sz="1000" b="1" dirty="0"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QRY REGION 2</a:t>
                </a:r>
                <a:endParaRPr lang="en-US" sz="10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584" name="Group 583">
              <a:extLst>
                <a:ext uri="{FF2B5EF4-FFF2-40B4-BE49-F238E27FC236}">
                  <a16:creationId xmlns:a16="http://schemas.microsoft.com/office/drawing/2014/main" id="{F0420AD0-D9A3-0B42-B590-F3A9BB1B64B2}"/>
                </a:ext>
              </a:extLst>
            </p:cNvPr>
            <p:cNvGrpSpPr/>
            <p:nvPr/>
          </p:nvGrpSpPr>
          <p:grpSpPr>
            <a:xfrm>
              <a:off x="-1440322" y="2779724"/>
              <a:ext cx="1226865" cy="133432"/>
              <a:chOff x="434532" y="1264966"/>
              <a:chExt cx="1226865" cy="133432"/>
            </a:xfrm>
          </p:grpSpPr>
          <p:sp>
            <p:nvSpPr>
              <p:cNvPr id="585" name="Triangle 584">
                <a:extLst>
                  <a:ext uri="{FF2B5EF4-FFF2-40B4-BE49-F238E27FC236}">
                    <a16:creationId xmlns:a16="http://schemas.microsoft.com/office/drawing/2014/main" id="{2840BA4D-442D-F04E-A7DE-0F456CF50D56}"/>
                  </a:ext>
                </a:extLst>
              </p:cNvPr>
              <p:cNvSpPr/>
              <p:nvPr/>
            </p:nvSpPr>
            <p:spPr>
              <a:xfrm rot="5400000">
                <a:off x="1537167" y="1274168"/>
                <a:ext cx="133432" cy="115028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6" name="Triangle 585">
                <a:extLst>
                  <a:ext uri="{FF2B5EF4-FFF2-40B4-BE49-F238E27FC236}">
                    <a16:creationId xmlns:a16="http://schemas.microsoft.com/office/drawing/2014/main" id="{F22724C0-DF42-C74E-9D78-8826A6CD8207}"/>
                  </a:ext>
                </a:extLst>
              </p:cNvPr>
              <p:cNvSpPr/>
              <p:nvPr/>
            </p:nvSpPr>
            <p:spPr>
              <a:xfrm rot="5400000">
                <a:off x="425330" y="1274168"/>
                <a:ext cx="133432" cy="115028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89" name="Group 588">
            <a:extLst>
              <a:ext uri="{FF2B5EF4-FFF2-40B4-BE49-F238E27FC236}">
                <a16:creationId xmlns:a16="http://schemas.microsoft.com/office/drawing/2014/main" id="{86C2152E-E932-D54D-945B-3BBCBA556519}"/>
              </a:ext>
            </a:extLst>
          </p:cNvPr>
          <p:cNvGrpSpPr/>
          <p:nvPr/>
        </p:nvGrpSpPr>
        <p:grpSpPr>
          <a:xfrm>
            <a:off x="207802" y="1051438"/>
            <a:ext cx="1307166" cy="184669"/>
            <a:chOff x="-1478805" y="2754106"/>
            <a:chExt cx="1307166" cy="184669"/>
          </a:xfrm>
        </p:grpSpPr>
        <p:grpSp>
          <p:nvGrpSpPr>
            <p:cNvPr id="590" name="Group 589">
              <a:extLst>
                <a:ext uri="{FF2B5EF4-FFF2-40B4-BE49-F238E27FC236}">
                  <a16:creationId xmlns:a16="http://schemas.microsoft.com/office/drawing/2014/main" id="{6860B374-46D3-5E4C-B827-64CF1E673F87}"/>
                </a:ext>
              </a:extLst>
            </p:cNvPr>
            <p:cNvGrpSpPr/>
            <p:nvPr/>
          </p:nvGrpSpPr>
          <p:grpSpPr>
            <a:xfrm>
              <a:off x="-1478805" y="2754106"/>
              <a:ext cx="1307166" cy="184669"/>
              <a:chOff x="1101736" y="2014706"/>
              <a:chExt cx="1395666" cy="369332"/>
            </a:xfrm>
          </p:grpSpPr>
          <p:sp>
            <p:nvSpPr>
              <p:cNvPr id="594" name="Rectangle 593">
                <a:extLst>
                  <a:ext uri="{FF2B5EF4-FFF2-40B4-BE49-F238E27FC236}">
                    <a16:creationId xmlns:a16="http://schemas.microsoft.com/office/drawing/2014/main" id="{AC46DDFC-D724-084F-ADCA-9B119A487C79}"/>
                  </a:ext>
                </a:extLst>
              </p:cNvPr>
              <p:cNvSpPr/>
              <p:nvPr/>
            </p:nvSpPr>
            <p:spPr>
              <a:xfrm>
                <a:off x="1101738" y="2014706"/>
                <a:ext cx="1395664" cy="369332"/>
              </a:xfrm>
              <a:prstGeom prst="rect">
                <a:avLst/>
              </a:prstGeom>
              <a:gradFill flip="none" rotWithShape="1">
                <a:gsLst>
                  <a:gs pos="25000">
                    <a:schemeClr val="accent1">
                      <a:lumMod val="5000"/>
                      <a:lumOff val="95000"/>
                    </a:schemeClr>
                  </a:gs>
                  <a:gs pos="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sz="1000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95" name="Rectangle 594">
                <a:extLst>
                  <a:ext uri="{FF2B5EF4-FFF2-40B4-BE49-F238E27FC236}">
                    <a16:creationId xmlns:a16="http://schemas.microsoft.com/office/drawing/2014/main" id="{CB7A1115-DEB2-BC41-A3C9-4E337DB0EABB}"/>
                  </a:ext>
                </a:extLst>
              </p:cNvPr>
              <p:cNvSpPr/>
              <p:nvPr/>
            </p:nvSpPr>
            <p:spPr>
              <a:xfrm>
                <a:off x="1101736" y="2060873"/>
                <a:ext cx="1395665" cy="276999"/>
              </a:xfrm>
              <a:prstGeom prst="rect">
                <a:avLst/>
              </a:prstGeom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:r>
                  <a:rPr lang="en-AU" sz="1000" b="1" dirty="0"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QRY REGION</a:t>
                </a:r>
                <a:endParaRPr lang="en-US" sz="10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591" name="Group 590">
              <a:extLst>
                <a:ext uri="{FF2B5EF4-FFF2-40B4-BE49-F238E27FC236}">
                  <a16:creationId xmlns:a16="http://schemas.microsoft.com/office/drawing/2014/main" id="{6DCE1B1B-C639-2F45-90D0-153F244D91CF}"/>
                </a:ext>
              </a:extLst>
            </p:cNvPr>
            <p:cNvGrpSpPr/>
            <p:nvPr/>
          </p:nvGrpSpPr>
          <p:grpSpPr>
            <a:xfrm>
              <a:off x="-1440322" y="2779724"/>
              <a:ext cx="1226865" cy="133432"/>
              <a:chOff x="434532" y="1264966"/>
              <a:chExt cx="1226865" cy="133432"/>
            </a:xfrm>
          </p:grpSpPr>
          <p:sp>
            <p:nvSpPr>
              <p:cNvPr id="592" name="Triangle 591">
                <a:extLst>
                  <a:ext uri="{FF2B5EF4-FFF2-40B4-BE49-F238E27FC236}">
                    <a16:creationId xmlns:a16="http://schemas.microsoft.com/office/drawing/2014/main" id="{3FF51CB4-EB97-0948-9A69-3E9E5453D4B1}"/>
                  </a:ext>
                </a:extLst>
              </p:cNvPr>
              <p:cNvSpPr/>
              <p:nvPr/>
            </p:nvSpPr>
            <p:spPr>
              <a:xfrm rot="5400000">
                <a:off x="1537167" y="1274168"/>
                <a:ext cx="133432" cy="115028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3" name="Triangle 592">
                <a:extLst>
                  <a:ext uri="{FF2B5EF4-FFF2-40B4-BE49-F238E27FC236}">
                    <a16:creationId xmlns:a16="http://schemas.microsoft.com/office/drawing/2014/main" id="{15F1468C-753B-3640-BAAB-8223BE7D694F}"/>
                  </a:ext>
                </a:extLst>
              </p:cNvPr>
              <p:cNvSpPr/>
              <p:nvPr/>
            </p:nvSpPr>
            <p:spPr>
              <a:xfrm rot="5400000">
                <a:off x="425330" y="1274168"/>
                <a:ext cx="133432" cy="115028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96" name="Group 595">
            <a:extLst>
              <a:ext uri="{FF2B5EF4-FFF2-40B4-BE49-F238E27FC236}">
                <a16:creationId xmlns:a16="http://schemas.microsoft.com/office/drawing/2014/main" id="{C0D993B7-038C-FD46-A946-5365AA7AF07E}"/>
              </a:ext>
            </a:extLst>
          </p:cNvPr>
          <p:cNvGrpSpPr/>
          <p:nvPr/>
        </p:nvGrpSpPr>
        <p:grpSpPr>
          <a:xfrm>
            <a:off x="4453508" y="1051438"/>
            <a:ext cx="1307166" cy="184669"/>
            <a:chOff x="-1478805" y="2754106"/>
            <a:chExt cx="1307166" cy="184669"/>
          </a:xfrm>
        </p:grpSpPr>
        <p:grpSp>
          <p:nvGrpSpPr>
            <p:cNvPr id="597" name="Group 596">
              <a:extLst>
                <a:ext uri="{FF2B5EF4-FFF2-40B4-BE49-F238E27FC236}">
                  <a16:creationId xmlns:a16="http://schemas.microsoft.com/office/drawing/2014/main" id="{BEF2C259-4DC6-764B-BD72-7EF8BB596766}"/>
                </a:ext>
              </a:extLst>
            </p:cNvPr>
            <p:cNvGrpSpPr/>
            <p:nvPr/>
          </p:nvGrpSpPr>
          <p:grpSpPr>
            <a:xfrm>
              <a:off x="-1478805" y="2754106"/>
              <a:ext cx="1307166" cy="184669"/>
              <a:chOff x="1101736" y="2014706"/>
              <a:chExt cx="1395666" cy="369332"/>
            </a:xfrm>
          </p:grpSpPr>
          <p:sp>
            <p:nvSpPr>
              <p:cNvPr id="601" name="Rectangle 600">
                <a:extLst>
                  <a:ext uri="{FF2B5EF4-FFF2-40B4-BE49-F238E27FC236}">
                    <a16:creationId xmlns:a16="http://schemas.microsoft.com/office/drawing/2014/main" id="{743C679A-C3E6-2D4F-83AC-868CC2AA0729}"/>
                  </a:ext>
                </a:extLst>
              </p:cNvPr>
              <p:cNvSpPr/>
              <p:nvPr/>
            </p:nvSpPr>
            <p:spPr>
              <a:xfrm>
                <a:off x="1101738" y="2014706"/>
                <a:ext cx="1395664" cy="369332"/>
              </a:xfrm>
              <a:prstGeom prst="rect">
                <a:avLst/>
              </a:prstGeom>
              <a:gradFill flip="none" rotWithShape="1">
                <a:gsLst>
                  <a:gs pos="25000">
                    <a:schemeClr val="accent1">
                      <a:lumMod val="5000"/>
                      <a:lumOff val="95000"/>
                    </a:schemeClr>
                  </a:gs>
                  <a:gs pos="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sz="1000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02" name="Rectangle 601">
                <a:extLst>
                  <a:ext uri="{FF2B5EF4-FFF2-40B4-BE49-F238E27FC236}">
                    <a16:creationId xmlns:a16="http://schemas.microsoft.com/office/drawing/2014/main" id="{FC02CBBF-28E6-EC43-9FBE-8E55FE87B07B}"/>
                  </a:ext>
                </a:extLst>
              </p:cNvPr>
              <p:cNvSpPr/>
              <p:nvPr/>
            </p:nvSpPr>
            <p:spPr>
              <a:xfrm>
                <a:off x="1101736" y="2060873"/>
                <a:ext cx="1395665" cy="276999"/>
              </a:xfrm>
              <a:prstGeom prst="rect">
                <a:avLst/>
              </a:prstGeom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:r>
                  <a:rPr lang="en-AU" sz="1000" b="1" dirty="0"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QRY REGION</a:t>
                </a:r>
                <a:endParaRPr lang="en-US" sz="10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598" name="Group 597">
              <a:extLst>
                <a:ext uri="{FF2B5EF4-FFF2-40B4-BE49-F238E27FC236}">
                  <a16:creationId xmlns:a16="http://schemas.microsoft.com/office/drawing/2014/main" id="{1B00823E-B247-9A47-A412-B6F812B6D350}"/>
                </a:ext>
              </a:extLst>
            </p:cNvPr>
            <p:cNvGrpSpPr/>
            <p:nvPr/>
          </p:nvGrpSpPr>
          <p:grpSpPr>
            <a:xfrm>
              <a:off x="-1440322" y="2779724"/>
              <a:ext cx="1226865" cy="133432"/>
              <a:chOff x="434532" y="1264966"/>
              <a:chExt cx="1226865" cy="133432"/>
            </a:xfrm>
          </p:grpSpPr>
          <p:sp>
            <p:nvSpPr>
              <p:cNvPr id="599" name="Triangle 598">
                <a:extLst>
                  <a:ext uri="{FF2B5EF4-FFF2-40B4-BE49-F238E27FC236}">
                    <a16:creationId xmlns:a16="http://schemas.microsoft.com/office/drawing/2014/main" id="{4B5D1CC3-15E8-E247-9173-EF124BB9E8C4}"/>
                  </a:ext>
                </a:extLst>
              </p:cNvPr>
              <p:cNvSpPr/>
              <p:nvPr/>
            </p:nvSpPr>
            <p:spPr>
              <a:xfrm rot="5400000">
                <a:off x="1537167" y="1274168"/>
                <a:ext cx="133432" cy="115028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0" name="Triangle 599">
                <a:extLst>
                  <a:ext uri="{FF2B5EF4-FFF2-40B4-BE49-F238E27FC236}">
                    <a16:creationId xmlns:a16="http://schemas.microsoft.com/office/drawing/2014/main" id="{47612E6B-36CE-674F-B949-04BB6DA8C214}"/>
                  </a:ext>
                </a:extLst>
              </p:cNvPr>
              <p:cNvSpPr/>
              <p:nvPr/>
            </p:nvSpPr>
            <p:spPr>
              <a:xfrm rot="5400000">
                <a:off x="425330" y="1274168"/>
                <a:ext cx="133432" cy="115028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0" name="Right Brace 19">
            <a:extLst>
              <a:ext uri="{FF2B5EF4-FFF2-40B4-BE49-F238E27FC236}">
                <a16:creationId xmlns:a16="http://schemas.microsoft.com/office/drawing/2014/main" id="{D9440821-1D22-B94F-8165-65A3C77CF5EF}"/>
              </a:ext>
            </a:extLst>
          </p:cNvPr>
          <p:cNvSpPr/>
          <p:nvPr/>
        </p:nvSpPr>
        <p:spPr>
          <a:xfrm rot="5400000">
            <a:off x="2951061" y="2046521"/>
            <a:ext cx="72980" cy="201589"/>
          </a:xfrm>
          <a:prstGeom prst="rightBrac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9" name="Right Brace 608">
            <a:extLst>
              <a:ext uri="{FF2B5EF4-FFF2-40B4-BE49-F238E27FC236}">
                <a16:creationId xmlns:a16="http://schemas.microsoft.com/office/drawing/2014/main" id="{616DDF1A-B69F-124F-ACD0-D1CD056C8D72}"/>
              </a:ext>
            </a:extLst>
          </p:cNvPr>
          <p:cNvSpPr/>
          <p:nvPr/>
        </p:nvSpPr>
        <p:spPr>
          <a:xfrm rot="16200000" flipV="1">
            <a:off x="2936987" y="8616"/>
            <a:ext cx="101127" cy="1067722"/>
          </a:xfrm>
          <a:prstGeom prst="rightBrace">
            <a:avLst/>
          </a:prstGeom>
          <a:ln w="127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3" name="Rectangle 612">
            <a:extLst>
              <a:ext uri="{FF2B5EF4-FFF2-40B4-BE49-F238E27FC236}">
                <a16:creationId xmlns:a16="http://schemas.microsoft.com/office/drawing/2014/main" id="{5ACD4D1F-14BD-D64E-8EFB-F653F470EEF2}"/>
              </a:ext>
            </a:extLst>
          </p:cNvPr>
          <p:cNvSpPr/>
          <p:nvPr/>
        </p:nvSpPr>
        <p:spPr>
          <a:xfrm>
            <a:off x="1961186" y="2140578"/>
            <a:ext cx="2052730" cy="246221"/>
          </a:xfrm>
          <a:prstGeom prst="rect">
            <a:avLst/>
          </a:prstGeom>
          <a:ln w="63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n-AU" sz="1000" dirty="0" err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SynSpan</a:t>
            </a:r>
            <a:r>
              <a:rPr lang="en-AU" sz="1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 bp between hit regions</a:t>
            </a:r>
            <a:endParaRPr lang="en-US" sz="1000" dirty="0">
              <a:solidFill>
                <a:schemeClr val="accent1"/>
              </a:solidFill>
            </a:endParaRPr>
          </a:p>
        </p:txBody>
      </p:sp>
      <p:sp>
        <p:nvSpPr>
          <p:cNvPr id="614" name="Rectangle 613">
            <a:extLst>
              <a:ext uri="{FF2B5EF4-FFF2-40B4-BE49-F238E27FC236}">
                <a16:creationId xmlns:a16="http://schemas.microsoft.com/office/drawing/2014/main" id="{06749261-93FF-D24A-9A82-8161FDAEEA98}"/>
              </a:ext>
            </a:extLst>
          </p:cNvPr>
          <p:cNvSpPr/>
          <p:nvPr/>
        </p:nvSpPr>
        <p:spPr>
          <a:xfrm>
            <a:off x="1901084" y="252706"/>
            <a:ext cx="2172934" cy="246221"/>
          </a:xfrm>
          <a:prstGeom prst="rect">
            <a:avLst/>
          </a:prstGeom>
          <a:ln w="63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 reads spanning gap</a:t>
            </a:r>
            <a:endParaRPr lang="en-US" sz="1000" dirty="0">
              <a:solidFill>
                <a:schemeClr val="accent1"/>
              </a:solidFill>
            </a:endParaRPr>
          </a:p>
        </p:txBody>
      </p:sp>
      <p:sp>
        <p:nvSpPr>
          <p:cNvPr id="618" name="Triangle 617">
            <a:extLst>
              <a:ext uri="{FF2B5EF4-FFF2-40B4-BE49-F238E27FC236}">
                <a16:creationId xmlns:a16="http://schemas.microsoft.com/office/drawing/2014/main" id="{69355F24-CC32-9F45-8DDC-7BF3AFCA49D4}"/>
              </a:ext>
            </a:extLst>
          </p:cNvPr>
          <p:cNvSpPr/>
          <p:nvPr/>
        </p:nvSpPr>
        <p:spPr>
          <a:xfrm rot="5400000">
            <a:off x="2803288" y="1888392"/>
            <a:ext cx="133432" cy="115028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9" name="Triangle 618">
            <a:extLst>
              <a:ext uri="{FF2B5EF4-FFF2-40B4-BE49-F238E27FC236}">
                <a16:creationId xmlns:a16="http://schemas.microsoft.com/office/drawing/2014/main" id="{A52AE7A1-B405-E64F-BB17-0DCD859F1767}"/>
              </a:ext>
            </a:extLst>
          </p:cNvPr>
          <p:cNvSpPr/>
          <p:nvPr/>
        </p:nvSpPr>
        <p:spPr>
          <a:xfrm rot="16200000" flipH="1">
            <a:off x="2666885" y="1888392"/>
            <a:ext cx="133432" cy="115028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0" name="Triangle 619">
            <a:extLst>
              <a:ext uri="{FF2B5EF4-FFF2-40B4-BE49-F238E27FC236}">
                <a16:creationId xmlns:a16="http://schemas.microsoft.com/office/drawing/2014/main" id="{0518D479-E525-324A-B797-D3602C113512}"/>
              </a:ext>
            </a:extLst>
          </p:cNvPr>
          <p:cNvSpPr/>
          <p:nvPr/>
        </p:nvSpPr>
        <p:spPr>
          <a:xfrm rot="5400000">
            <a:off x="3177131" y="1888392"/>
            <a:ext cx="133432" cy="115028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1" name="Triangle 620">
            <a:extLst>
              <a:ext uri="{FF2B5EF4-FFF2-40B4-BE49-F238E27FC236}">
                <a16:creationId xmlns:a16="http://schemas.microsoft.com/office/drawing/2014/main" id="{928CECAB-13E5-4649-8B58-B81AA5A3D347}"/>
              </a:ext>
            </a:extLst>
          </p:cNvPr>
          <p:cNvSpPr/>
          <p:nvPr/>
        </p:nvSpPr>
        <p:spPr>
          <a:xfrm rot="16200000" flipH="1">
            <a:off x="3040728" y="1888392"/>
            <a:ext cx="133432" cy="115028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2" name="Right Brace 621">
            <a:extLst>
              <a:ext uri="{FF2B5EF4-FFF2-40B4-BE49-F238E27FC236}">
                <a16:creationId xmlns:a16="http://schemas.microsoft.com/office/drawing/2014/main" id="{CE230C0A-89F9-3349-8B61-E0DC60F774D4}"/>
              </a:ext>
            </a:extLst>
          </p:cNvPr>
          <p:cNvSpPr/>
          <p:nvPr/>
        </p:nvSpPr>
        <p:spPr>
          <a:xfrm rot="16200000" flipV="1">
            <a:off x="2953143" y="1563102"/>
            <a:ext cx="68816" cy="449796"/>
          </a:xfrm>
          <a:prstGeom prst="rightBrac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3" name="Rectangle 622">
            <a:extLst>
              <a:ext uri="{FF2B5EF4-FFF2-40B4-BE49-F238E27FC236}">
                <a16:creationId xmlns:a16="http://schemas.microsoft.com/office/drawing/2014/main" id="{16A8D263-8AB1-DB4B-956F-7F0BFAC3ED7D}"/>
              </a:ext>
            </a:extLst>
          </p:cNvPr>
          <p:cNvSpPr/>
          <p:nvPr/>
        </p:nvSpPr>
        <p:spPr>
          <a:xfrm>
            <a:off x="1901084" y="1559346"/>
            <a:ext cx="2172934" cy="246221"/>
          </a:xfrm>
          <a:prstGeom prst="rect">
            <a:avLst/>
          </a:prstGeom>
          <a:ln w="63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Orientation &amp; scaffold of hits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624" name="Right Brace 623">
            <a:extLst>
              <a:ext uri="{FF2B5EF4-FFF2-40B4-BE49-F238E27FC236}">
                <a16:creationId xmlns:a16="http://schemas.microsoft.com/office/drawing/2014/main" id="{85BD7BA0-C168-0841-8BD4-4F978C67F4C1}"/>
              </a:ext>
            </a:extLst>
          </p:cNvPr>
          <p:cNvSpPr/>
          <p:nvPr/>
        </p:nvSpPr>
        <p:spPr>
          <a:xfrm rot="5400000">
            <a:off x="2927837" y="1264417"/>
            <a:ext cx="119428" cy="201592"/>
          </a:xfrm>
          <a:prstGeom prst="rightBrac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5" name="Rectangle 624">
            <a:extLst>
              <a:ext uri="{FF2B5EF4-FFF2-40B4-BE49-F238E27FC236}">
                <a16:creationId xmlns:a16="http://schemas.microsoft.com/office/drawing/2014/main" id="{498BB339-2925-844C-B2BC-CDC7959152F3}"/>
              </a:ext>
            </a:extLst>
          </p:cNvPr>
          <p:cNvSpPr/>
          <p:nvPr/>
        </p:nvSpPr>
        <p:spPr>
          <a:xfrm>
            <a:off x="1901084" y="1350339"/>
            <a:ext cx="2172934" cy="246221"/>
          </a:xfrm>
          <a:prstGeom prst="rect">
            <a:avLst/>
          </a:prstGeom>
          <a:ln w="63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n-AU" sz="1000" dirty="0" err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GapSpan</a:t>
            </a:r>
            <a:r>
              <a:rPr lang="en-AU" sz="1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 bp between </a:t>
            </a:r>
            <a:r>
              <a:rPr lang="en-AU" sz="1000" dirty="0" err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qry</a:t>
            </a:r>
            <a:r>
              <a:rPr lang="en-AU" sz="1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regions</a:t>
            </a:r>
            <a:endParaRPr lang="en-US" sz="1000" dirty="0">
              <a:solidFill>
                <a:schemeClr val="accent1"/>
              </a:solidFill>
            </a:endParaRPr>
          </a:p>
        </p:txBody>
      </p:sp>
      <p:sp>
        <p:nvSpPr>
          <p:cNvPr id="626" name="Right Brace 625">
            <a:extLst>
              <a:ext uri="{FF2B5EF4-FFF2-40B4-BE49-F238E27FC236}">
                <a16:creationId xmlns:a16="http://schemas.microsoft.com/office/drawing/2014/main" id="{EAE3E939-CE33-384A-84C0-EAE27BF2016B}"/>
              </a:ext>
            </a:extLst>
          </p:cNvPr>
          <p:cNvSpPr/>
          <p:nvPr/>
        </p:nvSpPr>
        <p:spPr>
          <a:xfrm rot="16200000" flipV="1">
            <a:off x="2951163" y="636031"/>
            <a:ext cx="72776" cy="392872"/>
          </a:xfrm>
          <a:prstGeom prst="rightBrace">
            <a:avLst/>
          </a:prstGeom>
          <a:ln w="127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8" name="Right Brace 627">
            <a:extLst>
              <a:ext uri="{FF2B5EF4-FFF2-40B4-BE49-F238E27FC236}">
                <a16:creationId xmlns:a16="http://schemas.microsoft.com/office/drawing/2014/main" id="{D71CC4EC-0CCE-B74D-86D8-8D01FAD44930}"/>
              </a:ext>
            </a:extLst>
          </p:cNvPr>
          <p:cNvSpPr/>
          <p:nvPr/>
        </p:nvSpPr>
        <p:spPr>
          <a:xfrm rot="16200000" flipV="1">
            <a:off x="3147848" y="841957"/>
            <a:ext cx="72980" cy="201589"/>
          </a:xfrm>
          <a:prstGeom prst="rightBrac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9" name="Right Brace 628">
            <a:extLst>
              <a:ext uri="{FF2B5EF4-FFF2-40B4-BE49-F238E27FC236}">
                <a16:creationId xmlns:a16="http://schemas.microsoft.com/office/drawing/2014/main" id="{997881B4-EBB0-DA4A-902C-C538926AE2C6}"/>
              </a:ext>
            </a:extLst>
          </p:cNvPr>
          <p:cNvSpPr/>
          <p:nvPr/>
        </p:nvSpPr>
        <p:spPr>
          <a:xfrm rot="16200000" flipV="1">
            <a:off x="2740391" y="841957"/>
            <a:ext cx="72980" cy="201589"/>
          </a:xfrm>
          <a:prstGeom prst="rightBrac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0" name="Rectangle 629">
            <a:extLst>
              <a:ext uri="{FF2B5EF4-FFF2-40B4-BE49-F238E27FC236}">
                <a16:creationId xmlns:a16="http://schemas.microsoft.com/office/drawing/2014/main" id="{481A6523-15F1-5B4F-B2F4-F40508CDD6DD}"/>
              </a:ext>
            </a:extLst>
          </p:cNvPr>
          <p:cNvSpPr/>
          <p:nvPr/>
        </p:nvSpPr>
        <p:spPr>
          <a:xfrm>
            <a:off x="1901084" y="578376"/>
            <a:ext cx="2172934" cy="246221"/>
          </a:xfrm>
          <a:prstGeom prst="rect">
            <a:avLst/>
          </a:prstGeom>
          <a:ln w="63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Shared </a:t>
            </a:r>
            <a:r>
              <a:rPr lang="en-AU" sz="1000" dirty="0" err="1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HiC</a:t>
            </a:r>
            <a:r>
              <a:rPr lang="en-AU" sz="10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read pairs between flanks</a:t>
            </a:r>
            <a:endParaRPr lang="en-US" sz="1000" dirty="0">
              <a:solidFill>
                <a:srgbClr val="00B050"/>
              </a:solidFill>
            </a:endParaRPr>
          </a:p>
        </p:txBody>
      </p:sp>
      <p:grpSp>
        <p:nvGrpSpPr>
          <p:cNvPr id="641" name="Group 640">
            <a:extLst>
              <a:ext uri="{FF2B5EF4-FFF2-40B4-BE49-F238E27FC236}">
                <a16:creationId xmlns:a16="http://schemas.microsoft.com/office/drawing/2014/main" id="{4BF01195-48C4-B642-945D-A499DA6AC3FD}"/>
              </a:ext>
            </a:extLst>
          </p:cNvPr>
          <p:cNvGrpSpPr/>
          <p:nvPr/>
        </p:nvGrpSpPr>
        <p:grpSpPr>
          <a:xfrm>
            <a:off x="4402142" y="1858973"/>
            <a:ext cx="1307162" cy="184669"/>
            <a:chOff x="-1478805" y="3326365"/>
            <a:chExt cx="1307162" cy="184669"/>
          </a:xfrm>
        </p:grpSpPr>
        <p:grpSp>
          <p:nvGrpSpPr>
            <p:cNvPr id="642" name="Group 641">
              <a:extLst>
                <a:ext uri="{FF2B5EF4-FFF2-40B4-BE49-F238E27FC236}">
                  <a16:creationId xmlns:a16="http://schemas.microsoft.com/office/drawing/2014/main" id="{49EC7F7F-FCEA-B648-AF1C-0EDBE98F1433}"/>
                </a:ext>
              </a:extLst>
            </p:cNvPr>
            <p:cNvGrpSpPr/>
            <p:nvPr/>
          </p:nvGrpSpPr>
          <p:grpSpPr>
            <a:xfrm>
              <a:off x="-1478805" y="3326365"/>
              <a:ext cx="1307162" cy="184669"/>
              <a:chOff x="1101736" y="7394745"/>
              <a:chExt cx="1395666" cy="369332"/>
            </a:xfrm>
          </p:grpSpPr>
          <p:sp>
            <p:nvSpPr>
              <p:cNvPr id="646" name="Rectangle 645">
                <a:extLst>
                  <a:ext uri="{FF2B5EF4-FFF2-40B4-BE49-F238E27FC236}">
                    <a16:creationId xmlns:a16="http://schemas.microsoft.com/office/drawing/2014/main" id="{D0C31EF4-3E8C-E44D-81DC-DAA7DD4B8462}"/>
                  </a:ext>
                </a:extLst>
              </p:cNvPr>
              <p:cNvSpPr/>
              <p:nvPr/>
            </p:nvSpPr>
            <p:spPr>
              <a:xfrm>
                <a:off x="1101738" y="7394745"/>
                <a:ext cx="1395664" cy="369332"/>
              </a:xfrm>
              <a:prstGeom prst="rect">
                <a:avLst/>
              </a:prstGeom>
              <a:gradFill flip="none" rotWithShape="1">
                <a:gsLst>
                  <a:gs pos="25000">
                    <a:schemeClr val="accent6">
                      <a:lumMod val="5000"/>
                      <a:lumOff val="95000"/>
                    </a:schemeClr>
                  </a:gs>
                  <a:gs pos="0">
                    <a:schemeClr val="accent6">
                      <a:lumMod val="45000"/>
                      <a:lumOff val="55000"/>
                    </a:schemeClr>
                  </a:gs>
                  <a:gs pos="83000">
                    <a:schemeClr val="accent6">
                      <a:lumMod val="45000"/>
                      <a:lumOff val="55000"/>
                    </a:schemeClr>
                  </a:gs>
                  <a:gs pos="100000">
                    <a:schemeClr val="accent6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sz="1000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47" name="Rectangle 646">
                <a:extLst>
                  <a:ext uri="{FF2B5EF4-FFF2-40B4-BE49-F238E27FC236}">
                    <a16:creationId xmlns:a16="http://schemas.microsoft.com/office/drawing/2014/main" id="{045BB96B-DB3D-6449-9C02-E1A01DAFE26D}"/>
                  </a:ext>
                </a:extLst>
              </p:cNvPr>
              <p:cNvSpPr/>
              <p:nvPr/>
            </p:nvSpPr>
            <p:spPr>
              <a:xfrm>
                <a:off x="1101736" y="7440912"/>
                <a:ext cx="1395664" cy="276999"/>
              </a:xfrm>
              <a:prstGeom prst="rect">
                <a:avLst/>
              </a:prstGeom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:r>
                  <a:rPr lang="en-AU" sz="1000" b="1" dirty="0"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HIT REGION +1</a:t>
                </a:r>
                <a:endParaRPr lang="en-US" sz="10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643" name="Group 642">
              <a:extLst>
                <a:ext uri="{FF2B5EF4-FFF2-40B4-BE49-F238E27FC236}">
                  <a16:creationId xmlns:a16="http://schemas.microsoft.com/office/drawing/2014/main" id="{AF358F89-B89E-AE4E-B812-A466397A4ADC}"/>
                </a:ext>
              </a:extLst>
            </p:cNvPr>
            <p:cNvGrpSpPr/>
            <p:nvPr/>
          </p:nvGrpSpPr>
          <p:grpSpPr>
            <a:xfrm>
              <a:off x="-1440322" y="3348771"/>
              <a:ext cx="1226865" cy="133432"/>
              <a:chOff x="434532" y="1264966"/>
              <a:chExt cx="1226865" cy="133432"/>
            </a:xfrm>
          </p:grpSpPr>
          <p:sp>
            <p:nvSpPr>
              <p:cNvPr id="644" name="Triangle 643">
                <a:extLst>
                  <a:ext uri="{FF2B5EF4-FFF2-40B4-BE49-F238E27FC236}">
                    <a16:creationId xmlns:a16="http://schemas.microsoft.com/office/drawing/2014/main" id="{ECC47FA0-EEAE-4E43-AB5F-D24E32D0FFF3}"/>
                  </a:ext>
                </a:extLst>
              </p:cNvPr>
              <p:cNvSpPr/>
              <p:nvPr/>
            </p:nvSpPr>
            <p:spPr>
              <a:xfrm rot="5400000">
                <a:off x="1537167" y="1274168"/>
                <a:ext cx="133432" cy="115028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5" name="Triangle 644">
                <a:extLst>
                  <a:ext uri="{FF2B5EF4-FFF2-40B4-BE49-F238E27FC236}">
                    <a16:creationId xmlns:a16="http://schemas.microsoft.com/office/drawing/2014/main" id="{0CD21A14-F66B-B243-9AC7-160D9C27F416}"/>
                  </a:ext>
                </a:extLst>
              </p:cNvPr>
              <p:cNvSpPr/>
              <p:nvPr/>
            </p:nvSpPr>
            <p:spPr>
              <a:xfrm rot="5400000">
                <a:off x="425330" y="1274168"/>
                <a:ext cx="133432" cy="115028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648" name="Rectangle 647">
            <a:extLst>
              <a:ext uri="{FF2B5EF4-FFF2-40B4-BE49-F238E27FC236}">
                <a16:creationId xmlns:a16="http://schemas.microsoft.com/office/drawing/2014/main" id="{EE62169D-BA6D-5A45-8124-E9EEA819FD5F}"/>
              </a:ext>
            </a:extLst>
          </p:cNvPr>
          <p:cNvSpPr/>
          <p:nvPr/>
        </p:nvSpPr>
        <p:spPr>
          <a:xfrm>
            <a:off x="4451377" y="2036293"/>
            <a:ext cx="1383557" cy="246221"/>
          </a:xfrm>
          <a:prstGeom prst="rect">
            <a:avLst/>
          </a:prstGeom>
          <a:ln w="63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Collinear flanking hits?</a:t>
            </a:r>
            <a:endParaRPr lang="en-US" sz="1000" dirty="0">
              <a:solidFill>
                <a:srgbClr val="00B050"/>
              </a:solidFill>
            </a:endParaRPr>
          </a:p>
        </p:txBody>
      </p:sp>
      <p:grpSp>
        <p:nvGrpSpPr>
          <p:cNvPr id="649" name="Group 648">
            <a:extLst>
              <a:ext uri="{FF2B5EF4-FFF2-40B4-BE49-F238E27FC236}">
                <a16:creationId xmlns:a16="http://schemas.microsoft.com/office/drawing/2014/main" id="{32FD99B4-8A82-234D-91E0-33916B5EF96F}"/>
              </a:ext>
            </a:extLst>
          </p:cNvPr>
          <p:cNvGrpSpPr/>
          <p:nvPr/>
        </p:nvGrpSpPr>
        <p:grpSpPr>
          <a:xfrm>
            <a:off x="1572962" y="1790680"/>
            <a:ext cx="71616" cy="307390"/>
            <a:chOff x="1703209" y="907822"/>
            <a:chExt cx="117742" cy="307390"/>
          </a:xfrm>
        </p:grpSpPr>
        <p:sp>
          <p:nvSpPr>
            <p:cNvPr id="650" name="Rectangle 649">
              <a:extLst>
                <a:ext uri="{FF2B5EF4-FFF2-40B4-BE49-F238E27FC236}">
                  <a16:creationId xmlns:a16="http://schemas.microsoft.com/office/drawing/2014/main" id="{9B2A8986-9B1B-B64D-89CE-9F97B8C4494E}"/>
                </a:ext>
              </a:extLst>
            </p:cNvPr>
            <p:cNvSpPr/>
            <p:nvPr/>
          </p:nvSpPr>
          <p:spPr>
            <a:xfrm>
              <a:off x="1703209" y="907822"/>
              <a:ext cx="117742" cy="3073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51" name="Straight Connector 650">
              <a:extLst>
                <a:ext uri="{FF2B5EF4-FFF2-40B4-BE49-F238E27FC236}">
                  <a16:creationId xmlns:a16="http://schemas.microsoft.com/office/drawing/2014/main" id="{958BD62F-33BB-4143-BA01-189B3E666B1F}"/>
                </a:ext>
              </a:extLst>
            </p:cNvPr>
            <p:cNvCxnSpPr>
              <a:cxnSpLocks/>
            </p:cNvCxnSpPr>
            <p:nvPr/>
          </p:nvCxnSpPr>
          <p:spPr>
            <a:xfrm>
              <a:off x="1703209" y="907822"/>
              <a:ext cx="0" cy="30739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2" name="Straight Connector 651">
              <a:extLst>
                <a:ext uri="{FF2B5EF4-FFF2-40B4-BE49-F238E27FC236}">
                  <a16:creationId xmlns:a16="http://schemas.microsoft.com/office/drawing/2014/main" id="{34091C9C-4A59-B347-A964-E49D1EE5C4E6}"/>
                </a:ext>
              </a:extLst>
            </p:cNvPr>
            <p:cNvCxnSpPr>
              <a:cxnSpLocks/>
            </p:cNvCxnSpPr>
            <p:nvPr/>
          </p:nvCxnSpPr>
          <p:spPr>
            <a:xfrm>
              <a:off x="1820951" y="907822"/>
              <a:ext cx="0" cy="30739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3" name="Rectangle 652">
            <a:extLst>
              <a:ext uri="{FF2B5EF4-FFF2-40B4-BE49-F238E27FC236}">
                <a16:creationId xmlns:a16="http://schemas.microsoft.com/office/drawing/2014/main" id="{445EB308-4C71-964D-880E-64B9D9D45BE7}"/>
              </a:ext>
            </a:extLst>
          </p:cNvPr>
          <p:cNvSpPr/>
          <p:nvPr/>
        </p:nvSpPr>
        <p:spPr>
          <a:xfrm>
            <a:off x="846355" y="2075853"/>
            <a:ext cx="1245418" cy="246221"/>
          </a:xfrm>
          <a:prstGeom prst="rect">
            <a:avLst/>
          </a:prstGeom>
          <a:ln w="63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Gaps between hits?</a:t>
            </a:r>
            <a:endParaRPr lang="en-US" sz="1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4858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4" name="Group 1073">
            <a:extLst>
              <a:ext uri="{FF2B5EF4-FFF2-40B4-BE49-F238E27FC236}">
                <a16:creationId xmlns:a16="http://schemas.microsoft.com/office/drawing/2014/main" id="{C5004D99-29B8-AC4B-B814-2C5452440398}"/>
              </a:ext>
            </a:extLst>
          </p:cNvPr>
          <p:cNvGrpSpPr/>
          <p:nvPr/>
        </p:nvGrpSpPr>
        <p:grpSpPr>
          <a:xfrm>
            <a:off x="-5894860" y="993334"/>
            <a:ext cx="2661003" cy="184669"/>
            <a:chOff x="158460" y="383222"/>
            <a:chExt cx="8373991" cy="369332"/>
          </a:xfrm>
        </p:grpSpPr>
        <p:grpSp>
          <p:nvGrpSpPr>
            <p:cNvPr id="1114" name="Group 1113">
              <a:extLst>
                <a:ext uri="{FF2B5EF4-FFF2-40B4-BE49-F238E27FC236}">
                  <a16:creationId xmlns:a16="http://schemas.microsoft.com/office/drawing/2014/main" id="{93137A37-0293-F640-BB7D-4216BE5BB28A}"/>
                </a:ext>
              </a:extLst>
            </p:cNvPr>
            <p:cNvGrpSpPr/>
            <p:nvPr/>
          </p:nvGrpSpPr>
          <p:grpSpPr>
            <a:xfrm>
              <a:off x="158460" y="383222"/>
              <a:ext cx="1395666" cy="369332"/>
              <a:chOff x="1101736" y="2014706"/>
              <a:chExt cx="1395666" cy="369332"/>
            </a:xfrm>
          </p:grpSpPr>
          <p:sp>
            <p:nvSpPr>
              <p:cNvPr id="1130" name="Rectangle 1129">
                <a:extLst>
                  <a:ext uri="{FF2B5EF4-FFF2-40B4-BE49-F238E27FC236}">
                    <a16:creationId xmlns:a16="http://schemas.microsoft.com/office/drawing/2014/main" id="{3ED80C25-E34C-214E-98A7-3E6AFD468627}"/>
                  </a:ext>
                </a:extLst>
              </p:cNvPr>
              <p:cNvSpPr/>
              <p:nvPr/>
            </p:nvSpPr>
            <p:spPr>
              <a:xfrm>
                <a:off x="1101738" y="2014706"/>
                <a:ext cx="1395664" cy="369332"/>
              </a:xfrm>
              <a:prstGeom prst="rect">
                <a:avLst/>
              </a:prstGeom>
              <a:gradFill flip="none" rotWithShape="1">
                <a:gsLst>
                  <a:gs pos="25000">
                    <a:schemeClr val="accent1">
                      <a:lumMod val="5000"/>
                      <a:lumOff val="95000"/>
                    </a:schemeClr>
                  </a:gs>
                  <a:gs pos="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sz="1000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31" name="Rectangle 1130">
                <a:extLst>
                  <a:ext uri="{FF2B5EF4-FFF2-40B4-BE49-F238E27FC236}">
                    <a16:creationId xmlns:a16="http://schemas.microsoft.com/office/drawing/2014/main" id="{EFD46A7F-D7BC-5C48-9836-F698FAC3A143}"/>
                  </a:ext>
                </a:extLst>
              </p:cNvPr>
              <p:cNvSpPr/>
              <p:nvPr/>
            </p:nvSpPr>
            <p:spPr>
              <a:xfrm>
                <a:off x="1101736" y="2060873"/>
                <a:ext cx="1395664" cy="276999"/>
              </a:xfrm>
              <a:prstGeom prst="rect">
                <a:avLst/>
              </a:prstGeom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:r>
                  <a:rPr lang="en-AU" sz="1000" b="1" dirty="0"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PURITY</a:t>
                </a:r>
                <a:endParaRPr lang="en-US" sz="10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115" name="Group 1114">
              <a:extLst>
                <a:ext uri="{FF2B5EF4-FFF2-40B4-BE49-F238E27FC236}">
                  <a16:creationId xmlns:a16="http://schemas.microsoft.com/office/drawing/2014/main" id="{50870BF4-FF64-3C40-A16A-A69126836F8F}"/>
                </a:ext>
              </a:extLst>
            </p:cNvPr>
            <p:cNvGrpSpPr/>
            <p:nvPr/>
          </p:nvGrpSpPr>
          <p:grpSpPr>
            <a:xfrm>
              <a:off x="1554125" y="383222"/>
              <a:ext cx="1395666" cy="369332"/>
              <a:chOff x="1101736" y="2950206"/>
              <a:chExt cx="1395666" cy="369332"/>
            </a:xfrm>
          </p:grpSpPr>
          <p:sp>
            <p:nvSpPr>
              <p:cNvPr id="1128" name="Rectangle 1127">
                <a:extLst>
                  <a:ext uri="{FF2B5EF4-FFF2-40B4-BE49-F238E27FC236}">
                    <a16:creationId xmlns:a16="http://schemas.microsoft.com/office/drawing/2014/main" id="{6B9227EB-294B-4C46-B6EF-0DE61F77215D}"/>
                  </a:ext>
                </a:extLst>
              </p:cNvPr>
              <p:cNvSpPr/>
              <p:nvPr/>
            </p:nvSpPr>
            <p:spPr>
              <a:xfrm>
                <a:off x="1101738" y="2950206"/>
                <a:ext cx="1395664" cy="369332"/>
              </a:xfrm>
              <a:prstGeom prst="rect">
                <a:avLst/>
              </a:prstGeom>
              <a:gradFill flip="none" rotWithShape="1">
                <a:gsLst>
                  <a:gs pos="25000">
                    <a:schemeClr val="accent2">
                      <a:lumMod val="5000"/>
                      <a:lumOff val="95000"/>
                    </a:schemeClr>
                  </a:gs>
                  <a:gs pos="0">
                    <a:schemeClr val="accent2">
                      <a:lumMod val="45000"/>
                      <a:lumOff val="55000"/>
                    </a:schemeClr>
                  </a:gs>
                  <a:gs pos="83000">
                    <a:schemeClr val="accent2">
                      <a:lumMod val="45000"/>
                      <a:lumOff val="55000"/>
                    </a:schemeClr>
                  </a:gs>
                  <a:gs pos="100000">
                    <a:schemeClr val="accent2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sz="1000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29" name="Rectangle 1128">
                <a:extLst>
                  <a:ext uri="{FF2B5EF4-FFF2-40B4-BE49-F238E27FC236}">
                    <a16:creationId xmlns:a16="http://schemas.microsoft.com/office/drawing/2014/main" id="{D66EF32C-B6B2-134E-A0C2-380A1E573222}"/>
                  </a:ext>
                </a:extLst>
              </p:cNvPr>
              <p:cNvSpPr/>
              <p:nvPr/>
            </p:nvSpPr>
            <p:spPr>
              <a:xfrm>
                <a:off x="1101736" y="2996373"/>
                <a:ext cx="1395664" cy="276999"/>
              </a:xfrm>
              <a:prstGeom prst="rect">
                <a:avLst/>
              </a:prstGeom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:r>
                  <a:rPr lang="en-AU" sz="1000" b="1" dirty="0"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DEPTH</a:t>
                </a:r>
                <a:endParaRPr lang="en-US" sz="10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116" name="Group 1115">
              <a:extLst>
                <a:ext uri="{FF2B5EF4-FFF2-40B4-BE49-F238E27FC236}">
                  <a16:creationId xmlns:a16="http://schemas.microsoft.com/office/drawing/2014/main" id="{E368CBED-6E99-C444-B75A-880892BBA665}"/>
                </a:ext>
              </a:extLst>
            </p:cNvPr>
            <p:cNvGrpSpPr/>
            <p:nvPr/>
          </p:nvGrpSpPr>
          <p:grpSpPr>
            <a:xfrm>
              <a:off x="2949790" y="383222"/>
              <a:ext cx="1395666" cy="369332"/>
              <a:chOff x="1101736" y="3756878"/>
              <a:chExt cx="1395666" cy="369332"/>
            </a:xfrm>
          </p:grpSpPr>
          <p:sp>
            <p:nvSpPr>
              <p:cNvPr id="1126" name="Rectangle 1125">
                <a:extLst>
                  <a:ext uri="{FF2B5EF4-FFF2-40B4-BE49-F238E27FC236}">
                    <a16:creationId xmlns:a16="http://schemas.microsoft.com/office/drawing/2014/main" id="{30538F65-EF58-8D4D-BABF-87231E9FEE65}"/>
                  </a:ext>
                </a:extLst>
              </p:cNvPr>
              <p:cNvSpPr/>
              <p:nvPr/>
            </p:nvSpPr>
            <p:spPr>
              <a:xfrm>
                <a:off x="1101738" y="3756878"/>
                <a:ext cx="1395664" cy="369332"/>
              </a:xfrm>
              <a:prstGeom prst="rect">
                <a:avLst/>
              </a:prstGeom>
              <a:gradFill flip="none" rotWithShape="1">
                <a:gsLst>
                  <a:gs pos="25000">
                    <a:schemeClr val="accent3">
                      <a:lumMod val="5000"/>
                      <a:lumOff val="95000"/>
                    </a:schemeClr>
                  </a:gs>
                  <a:gs pos="0">
                    <a:schemeClr val="accent3">
                      <a:lumMod val="45000"/>
                      <a:lumOff val="55000"/>
                    </a:schemeClr>
                  </a:gs>
                  <a:gs pos="83000">
                    <a:schemeClr val="accent3">
                      <a:lumMod val="45000"/>
                      <a:lumOff val="55000"/>
                    </a:schemeClr>
                  </a:gs>
                  <a:gs pos="100000">
                    <a:schemeClr val="accent3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sz="1000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27" name="Rectangle 1126">
                <a:extLst>
                  <a:ext uri="{FF2B5EF4-FFF2-40B4-BE49-F238E27FC236}">
                    <a16:creationId xmlns:a16="http://schemas.microsoft.com/office/drawing/2014/main" id="{2E81F34C-ED21-454B-859B-3F726018B45A}"/>
                  </a:ext>
                </a:extLst>
              </p:cNvPr>
              <p:cNvSpPr/>
              <p:nvPr/>
            </p:nvSpPr>
            <p:spPr>
              <a:xfrm>
                <a:off x="1101736" y="3803045"/>
                <a:ext cx="1395664" cy="276999"/>
              </a:xfrm>
              <a:prstGeom prst="rect">
                <a:avLst/>
              </a:prstGeom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:r>
                  <a:rPr lang="en-AU" sz="1000" b="1" dirty="0"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HOM</a:t>
                </a:r>
                <a:endParaRPr lang="en-US" sz="10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117" name="Group 1116">
              <a:extLst>
                <a:ext uri="{FF2B5EF4-FFF2-40B4-BE49-F238E27FC236}">
                  <a16:creationId xmlns:a16="http://schemas.microsoft.com/office/drawing/2014/main" id="{438D6BC4-84A3-534D-802F-6ED55E26DB41}"/>
                </a:ext>
              </a:extLst>
            </p:cNvPr>
            <p:cNvGrpSpPr/>
            <p:nvPr/>
          </p:nvGrpSpPr>
          <p:grpSpPr>
            <a:xfrm>
              <a:off x="4345455" y="383222"/>
              <a:ext cx="1395666" cy="369332"/>
              <a:chOff x="1101736" y="5412423"/>
              <a:chExt cx="1395666" cy="369332"/>
            </a:xfrm>
          </p:grpSpPr>
          <p:sp>
            <p:nvSpPr>
              <p:cNvPr id="1124" name="Rectangle 1123">
                <a:extLst>
                  <a:ext uri="{FF2B5EF4-FFF2-40B4-BE49-F238E27FC236}">
                    <a16:creationId xmlns:a16="http://schemas.microsoft.com/office/drawing/2014/main" id="{9A7557D8-E589-144E-B8E1-40D8592ED2DB}"/>
                  </a:ext>
                </a:extLst>
              </p:cNvPr>
              <p:cNvSpPr/>
              <p:nvPr/>
            </p:nvSpPr>
            <p:spPr>
              <a:xfrm>
                <a:off x="1101738" y="5412423"/>
                <a:ext cx="1395664" cy="369332"/>
              </a:xfrm>
              <a:prstGeom prst="rect">
                <a:avLst/>
              </a:prstGeom>
              <a:gradFill flip="none" rotWithShape="1">
                <a:gsLst>
                  <a:gs pos="25000">
                    <a:schemeClr val="accent4">
                      <a:lumMod val="5000"/>
                      <a:lumOff val="95000"/>
                    </a:schemeClr>
                  </a:gs>
                  <a:gs pos="0">
                    <a:schemeClr val="accent4">
                      <a:lumMod val="45000"/>
                      <a:lumOff val="55000"/>
                    </a:schemeClr>
                  </a:gs>
                  <a:gs pos="83000">
                    <a:schemeClr val="accent4">
                      <a:lumMod val="45000"/>
                      <a:lumOff val="55000"/>
                    </a:schemeClr>
                  </a:gs>
                  <a:gs pos="100000">
                    <a:schemeClr val="accent4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sz="1000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25" name="Rectangle 1124">
                <a:extLst>
                  <a:ext uri="{FF2B5EF4-FFF2-40B4-BE49-F238E27FC236}">
                    <a16:creationId xmlns:a16="http://schemas.microsoft.com/office/drawing/2014/main" id="{046C508A-832E-0244-BD71-5C3C8D3C4457}"/>
                  </a:ext>
                </a:extLst>
              </p:cNvPr>
              <p:cNvSpPr/>
              <p:nvPr/>
            </p:nvSpPr>
            <p:spPr>
              <a:xfrm>
                <a:off x="1101736" y="5458590"/>
                <a:ext cx="1395664" cy="276999"/>
              </a:xfrm>
              <a:prstGeom prst="rect">
                <a:avLst/>
              </a:prstGeom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:r>
                  <a:rPr lang="en-AU" sz="1000" b="1" dirty="0"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TOP</a:t>
                </a:r>
                <a:endParaRPr lang="en-US" sz="10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118" name="Group 1117">
              <a:extLst>
                <a:ext uri="{FF2B5EF4-FFF2-40B4-BE49-F238E27FC236}">
                  <a16:creationId xmlns:a16="http://schemas.microsoft.com/office/drawing/2014/main" id="{C0A16276-AA1B-7F43-9B87-5B29D8A0C40D}"/>
                </a:ext>
              </a:extLst>
            </p:cNvPr>
            <p:cNvGrpSpPr/>
            <p:nvPr/>
          </p:nvGrpSpPr>
          <p:grpSpPr>
            <a:xfrm>
              <a:off x="5741120" y="383222"/>
              <a:ext cx="1395666" cy="369332"/>
              <a:chOff x="1101736" y="6374467"/>
              <a:chExt cx="1395666" cy="369332"/>
            </a:xfrm>
          </p:grpSpPr>
          <p:sp>
            <p:nvSpPr>
              <p:cNvPr id="1122" name="Rectangle 1121">
                <a:extLst>
                  <a:ext uri="{FF2B5EF4-FFF2-40B4-BE49-F238E27FC236}">
                    <a16:creationId xmlns:a16="http://schemas.microsoft.com/office/drawing/2014/main" id="{16188F51-033B-E541-868D-18E91B5B6B02}"/>
                  </a:ext>
                </a:extLst>
              </p:cNvPr>
              <p:cNvSpPr/>
              <p:nvPr/>
            </p:nvSpPr>
            <p:spPr>
              <a:xfrm>
                <a:off x="1101738" y="6374467"/>
                <a:ext cx="1395664" cy="369332"/>
              </a:xfrm>
              <a:prstGeom prst="rect">
                <a:avLst/>
              </a:prstGeom>
              <a:gradFill flip="none" rotWithShape="1">
                <a:gsLst>
                  <a:gs pos="25000">
                    <a:schemeClr val="accent5">
                      <a:lumMod val="5000"/>
                      <a:lumOff val="95000"/>
                    </a:schemeClr>
                  </a:gs>
                  <a:gs pos="0">
                    <a:schemeClr val="accent5">
                      <a:lumMod val="45000"/>
                      <a:lumOff val="55000"/>
                    </a:schemeClr>
                  </a:gs>
                  <a:gs pos="83000">
                    <a:schemeClr val="accent5">
                      <a:lumMod val="45000"/>
                      <a:lumOff val="55000"/>
                    </a:schemeClr>
                  </a:gs>
                  <a:gs pos="100000">
                    <a:schemeClr val="accent5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sz="1000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23" name="Rectangle 1122">
                <a:extLst>
                  <a:ext uri="{FF2B5EF4-FFF2-40B4-BE49-F238E27FC236}">
                    <a16:creationId xmlns:a16="http://schemas.microsoft.com/office/drawing/2014/main" id="{914EEB5A-47AD-064C-9529-0FA1620638F0}"/>
                  </a:ext>
                </a:extLst>
              </p:cNvPr>
              <p:cNvSpPr/>
              <p:nvPr/>
            </p:nvSpPr>
            <p:spPr>
              <a:xfrm>
                <a:off x="1101736" y="6420634"/>
                <a:ext cx="1395664" cy="276999"/>
              </a:xfrm>
              <a:prstGeom prst="rect">
                <a:avLst/>
              </a:prstGeom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:r>
                  <a:rPr lang="en-AU" sz="1000" b="1" dirty="0"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MEDK</a:t>
                </a:r>
                <a:endParaRPr lang="en-US" sz="10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119" name="Group 1118">
              <a:extLst>
                <a:ext uri="{FF2B5EF4-FFF2-40B4-BE49-F238E27FC236}">
                  <a16:creationId xmlns:a16="http://schemas.microsoft.com/office/drawing/2014/main" id="{08D59C57-861C-E54C-B530-0A03C6F0AFEA}"/>
                </a:ext>
              </a:extLst>
            </p:cNvPr>
            <p:cNvGrpSpPr/>
            <p:nvPr/>
          </p:nvGrpSpPr>
          <p:grpSpPr>
            <a:xfrm>
              <a:off x="7136785" y="383222"/>
              <a:ext cx="1395666" cy="369332"/>
              <a:chOff x="1101736" y="7394745"/>
              <a:chExt cx="1395666" cy="369332"/>
            </a:xfrm>
          </p:grpSpPr>
          <p:sp>
            <p:nvSpPr>
              <p:cNvPr id="1120" name="Rectangle 1119">
                <a:extLst>
                  <a:ext uri="{FF2B5EF4-FFF2-40B4-BE49-F238E27FC236}">
                    <a16:creationId xmlns:a16="http://schemas.microsoft.com/office/drawing/2014/main" id="{5983A81D-312F-1646-89B9-71EE496A5B96}"/>
                  </a:ext>
                </a:extLst>
              </p:cNvPr>
              <p:cNvSpPr/>
              <p:nvPr/>
            </p:nvSpPr>
            <p:spPr>
              <a:xfrm>
                <a:off x="1101738" y="7394745"/>
                <a:ext cx="1395664" cy="369332"/>
              </a:xfrm>
              <a:prstGeom prst="rect">
                <a:avLst/>
              </a:prstGeom>
              <a:gradFill flip="none" rotWithShape="1">
                <a:gsLst>
                  <a:gs pos="25000">
                    <a:schemeClr val="accent6">
                      <a:lumMod val="5000"/>
                      <a:lumOff val="95000"/>
                    </a:schemeClr>
                  </a:gs>
                  <a:gs pos="0">
                    <a:schemeClr val="accent6">
                      <a:lumMod val="45000"/>
                      <a:lumOff val="55000"/>
                    </a:schemeClr>
                  </a:gs>
                  <a:gs pos="83000">
                    <a:schemeClr val="accent6">
                      <a:lumMod val="45000"/>
                      <a:lumOff val="55000"/>
                    </a:schemeClr>
                  </a:gs>
                  <a:gs pos="100000">
                    <a:schemeClr val="accent6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sz="1000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21" name="Rectangle 1120">
                <a:extLst>
                  <a:ext uri="{FF2B5EF4-FFF2-40B4-BE49-F238E27FC236}">
                    <a16:creationId xmlns:a16="http://schemas.microsoft.com/office/drawing/2014/main" id="{B8C1C45C-E807-4943-91EB-0932FB886D7A}"/>
                  </a:ext>
                </a:extLst>
              </p:cNvPr>
              <p:cNvSpPr/>
              <p:nvPr/>
            </p:nvSpPr>
            <p:spPr>
              <a:xfrm>
                <a:off x="1101736" y="7440912"/>
                <a:ext cx="1395664" cy="276999"/>
              </a:xfrm>
              <a:prstGeom prst="rect">
                <a:avLst/>
              </a:prstGeom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:r>
                  <a:rPr lang="en-AU" sz="1000" b="1" dirty="0"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BUSCO</a:t>
                </a:r>
                <a:endParaRPr lang="en-US" sz="10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075" name="Rounded Rectangle 1074">
            <a:extLst>
              <a:ext uri="{FF2B5EF4-FFF2-40B4-BE49-F238E27FC236}">
                <a16:creationId xmlns:a16="http://schemas.microsoft.com/office/drawing/2014/main" id="{8E5F5690-0326-D34B-BFAB-4EB785A64BAD}"/>
              </a:ext>
            </a:extLst>
          </p:cNvPr>
          <p:cNvSpPr/>
          <p:nvPr/>
        </p:nvSpPr>
        <p:spPr>
          <a:xfrm>
            <a:off x="73888" y="5317316"/>
            <a:ext cx="680885" cy="181535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DUP</a:t>
            </a:r>
          </a:p>
        </p:txBody>
      </p:sp>
      <p:sp>
        <p:nvSpPr>
          <p:cNvPr id="1076" name="Rounded Rectangle 1075">
            <a:extLst>
              <a:ext uri="{FF2B5EF4-FFF2-40B4-BE49-F238E27FC236}">
                <a16:creationId xmlns:a16="http://schemas.microsoft.com/office/drawing/2014/main" id="{92CDF9AA-0226-5342-837E-17EBD753F875}"/>
              </a:ext>
            </a:extLst>
          </p:cNvPr>
          <p:cNvSpPr/>
          <p:nvPr/>
        </p:nvSpPr>
        <p:spPr>
          <a:xfrm>
            <a:off x="65048" y="7801181"/>
            <a:ext cx="692143" cy="181535"/>
          </a:xfrm>
          <a:prstGeom prst="roundRect">
            <a:avLst>
              <a:gd name="adj" fmla="val 50000"/>
            </a:avLst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DIV</a:t>
            </a:r>
          </a:p>
        </p:txBody>
      </p:sp>
      <p:sp>
        <p:nvSpPr>
          <p:cNvPr id="1077" name="Rounded Rectangle 1076">
            <a:extLst>
              <a:ext uri="{FF2B5EF4-FFF2-40B4-BE49-F238E27FC236}">
                <a16:creationId xmlns:a16="http://schemas.microsoft.com/office/drawing/2014/main" id="{12F376D3-4D21-F940-B10D-FAF3E49BD6CE}"/>
              </a:ext>
            </a:extLst>
          </p:cNvPr>
          <p:cNvSpPr/>
          <p:nvPr/>
        </p:nvSpPr>
        <p:spPr>
          <a:xfrm>
            <a:off x="75657" y="4985178"/>
            <a:ext cx="680899" cy="181535"/>
          </a:xfrm>
          <a:prstGeom prst="roundRect">
            <a:avLst>
              <a:gd name="adj" fmla="val 50000"/>
            </a:avLst>
          </a:prstGeom>
          <a:solidFill>
            <a:srgbClr val="FFBFD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BRK</a:t>
            </a:r>
          </a:p>
        </p:txBody>
      </p:sp>
      <p:sp>
        <p:nvSpPr>
          <p:cNvPr id="1078" name="Rounded Rectangle 1077">
            <a:extLst>
              <a:ext uri="{FF2B5EF4-FFF2-40B4-BE49-F238E27FC236}">
                <a16:creationId xmlns:a16="http://schemas.microsoft.com/office/drawing/2014/main" id="{F680606B-48EF-2647-9A63-B1AC5EAE2847}"/>
              </a:ext>
            </a:extLst>
          </p:cNvPr>
          <p:cNvSpPr/>
          <p:nvPr/>
        </p:nvSpPr>
        <p:spPr>
          <a:xfrm>
            <a:off x="76713" y="3773998"/>
            <a:ext cx="677286" cy="18153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ALN</a:t>
            </a:r>
          </a:p>
        </p:txBody>
      </p:sp>
      <p:sp>
        <p:nvSpPr>
          <p:cNvPr id="1079" name="Rectangle 1078">
            <a:extLst>
              <a:ext uri="{FF2B5EF4-FFF2-40B4-BE49-F238E27FC236}">
                <a16:creationId xmlns:a16="http://schemas.microsoft.com/office/drawing/2014/main" id="{FD22B40B-9C2A-2440-8168-57847DA31179}"/>
              </a:ext>
            </a:extLst>
          </p:cNvPr>
          <p:cNvSpPr/>
          <p:nvPr/>
        </p:nvSpPr>
        <p:spPr>
          <a:xfrm>
            <a:off x="-6156007" y="215351"/>
            <a:ext cx="5767387" cy="1924693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0" name="Rectangle 1079">
            <a:extLst>
              <a:ext uri="{FF2B5EF4-FFF2-40B4-BE49-F238E27FC236}">
                <a16:creationId xmlns:a16="http://schemas.microsoft.com/office/drawing/2014/main" id="{A1F38F25-B616-9F49-ACC3-4CF0BAF5534A}"/>
              </a:ext>
            </a:extLst>
          </p:cNvPr>
          <p:cNvSpPr/>
          <p:nvPr/>
        </p:nvSpPr>
        <p:spPr>
          <a:xfrm>
            <a:off x="-6116610" y="253730"/>
            <a:ext cx="443500" cy="138502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r>
              <a:rPr lang="en-AU" sz="105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</a:t>
            </a:r>
            <a:endParaRPr lang="en-US" sz="105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81" name="Rectangle 1080">
            <a:extLst>
              <a:ext uri="{FF2B5EF4-FFF2-40B4-BE49-F238E27FC236}">
                <a16:creationId xmlns:a16="http://schemas.microsoft.com/office/drawing/2014/main" id="{7E8E9833-3AAF-864D-8C4B-45C6EE6A5F3B}"/>
              </a:ext>
            </a:extLst>
          </p:cNvPr>
          <p:cNvSpPr/>
          <p:nvPr/>
        </p:nvSpPr>
        <p:spPr>
          <a:xfrm>
            <a:off x="73997" y="3506664"/>
            <a:ext cx="1446828" cy="138502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r>
              <a:rPr lang="en-AU" sz="1050" b="1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SynBad</a:t>
            </a:r>
            <a:r>
              <a:rPr lang="en-AU" sz="105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Gap classification </a:t>
            </a:r>
            <a:endParaRPr lang="en-US" sz="1050" b="1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82" name="Rectangle 1081">
            <a:extLst>
              <a:ext uri="{FF2B5EF4-FFF2-40B4-BE49-F238E27FC236}">
                <a16:creationId xmlns:a16="http://schemas.microsoft.com/office/drawing/2014/main" id="{07A8771E-79F7-6646-80BB-0BB52A9CB38F}"/>
              </a:ext>
            </a:extLst>
          </p:cNvPr>
          <p:cNvSpPr/>
          <p:nvPr/>
        </p:nvSpPr>
        <p:spPr>
          <a:xfrm>
            <a:off x="-5673110" y="251823"/>
            <a:ext cx="832141" cy="138502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r>
              <a:rPr lang="en-AU" sz="105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Classification</a:t>
            </a:r>
            <a:endParaRPr lang="en-US" sz="1050" b="1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83" name="Rectangle 1082">
            <a:extLst>
              <a:ext uri="{FF2B5EF4-FFF2-40B4-BE49-F238E27FC236}">
                <a16:creationId xmlns:a16="http://schemas.microsoft.com/office/drawing/2014/main" id="{8D7955B0-C203-AD4B-9C84-3BD604D4B1D6}"/>
              </a:ext>
            </a:extLst>
          </p:cNvPr>
          <p:cNvSpPr/>
          <p:nvPr/>
        </p:nvSpPr>
        <p:spPr>
          <a:xfrm>
            <a:off x="-4471185" y="1822408"/>
            <a:ext cx="1464261" cy="246221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Hit coverage &lt; 80%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D2039524-F43A-664B-8AE2-8BE95863B096}"/>
              </a:ext>
            </a:extLst>
          </p:cNvPr>
          <p:cNvSpPr/>
          <p:nvPr/>
        </p:nvSpPr>
        <p:spPr>
          <a:xfrm>
            <a:off x="-4471185" y="298884"/>
            <a:ext cx="1464261" cy="246221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Hit coverage &gt;= 80%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63E1C852-8AFF-8940-8310-D6CC5D8CA98B}"/>
              </a:ext>
            </a:extLst>
          </p:cNvPr>
          <p:cNvSpPr/>
          <p:nvPr/>
        </p:nvSpPr>
        <p:spPr>
          <a:xfrm>
            <a:off x="-6115497" y="420831"/>
            <a:ext cx="514803" cy="3427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Purity of </a:t>
            </a:r>
            <a:b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DEPTH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DCFA991E-1D0B-DB4F-89C7-829405BE6D91}"/>
              </a:ext>
            </a:extLst>
          </p:cNvPr>
          <p:cNvSpPr/>
          <p:nvPr/>
        </p:nvSpPr>
        <p:spPr>
          <a:xfrm>
            <a:off x="-5976842" y="1410298"/>
            <a:ext cx="780255" cy="3427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Dominant read</a:t>
            </a:r>
            <a:b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depth class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73B61D5C-A3C9-B748-BE7C-9C6A1F7EFCB4}"/>
              </a:ext>
            </a:extLst>
          </p:cNvPr>
          <p:cNvSpPr/>
          <p:nvPr/>
        </p:nvSpPr>
        <p:spPr>
          <a:xfrm>
            <a:off x="-5493379" y="420831"/>
            <a:ext cx="890208" cy="3427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Homology/</a:t>
            </a:r>
            <a:b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repeat status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5F7915A6-AFD4-9C43-BCB6-4C003D5F6BA2}"/>
              </a:ext>
            </a:extLst>
          </p:cNvPr>
          <p:cNvSpPr/>
          <p:nvPr/>
        </p:nvSpPr>
        <p:spPr>
          <a:xfrm>
            <a:off x="-4516190" y="1410298"/>
            <a:ext cx="866091" cy="3427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Top/Secondary </a:t>
            </a:r>
            <a:b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Hit status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7018A076-9857-1C41-ADFD-225284B0340C}"/>
              </a:ext>
            </a:extLst>
          </p:cNvPr>
          <p:cNvSpPr/>
          <p:nvPr/>
        </p:nvSpPr>
        <p:spPr>
          <a:xfrm>
            <a:off x="-4471185" y="599799"/>
            <a:ext cx="1535460" cy="165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Assembly </a:t>
            </a:r>
            <a:r>
              <a:rPr lang="en-AU" sz="10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kmer</a:t>
            </a: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 redundancy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07299119-C71A-D74B-A5A8-89F85AE3F919}"/>
              </a:ext>
            </a:extLst>
          </p:cNvPr>
          <p:cNvSpPr/>
          <p:nvPr/>
        </p:nvSpPr>
        <p:spPr>
          <a:xfrm>
            <a:off x="-3535635" y="1410298"/>
            <a:ext cx="666849" cy="34272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Dominant </a:t>
            </a:r>
            <a:b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BUSCO class 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91" name="Rectangle 1090">
            <a:extLst>
              <a:ext uri="{FF2B5EF4-FFF2-40B4-BE49-F238E27FC236}">
                <a16:creationId xmlns:a16="http://schemas.microsoft.com/office/drawing/2014/main" id="{AEA14AEA-0C37-9E43-842D-8F4F89F166A1}"/>
              </a:ext>
            </a:extLst>
          </p:cNvPr>
          <p:cNvSpPr/>
          <p:nvPr/>
        </p:nvSpPr>
        <p:spPr>
          <a:xfrm>
            <a:off x="830870" y="3761391"/>
            <a:ext cx="5950417" cy="165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`Aligned` = Gap is found in the middle of a local alignment to the Hit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8008CF24-0943-B640-880A-71B635EFB80D}"/>
              </a:ext>
            </a:extLst>
          </p:cNvPr>
          <p:cNvSpPr/>
          <p:nvPr/>
        </p:nvSpPr>
        <p:spPr>
          <a:xfrm>
            <a:off x="-2610870" y="703309"/>
            <a:ext cx="1237244" cy="165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Repeat scaffolds (keep)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93" name="Rectangle 1092">
            <a:extLst>
              <a:ext uri="{FF2B5EF4-FFF2-40B4-BE49-F238E27FC236}">
                <a16:creationId xmlns:a16="http://schemas.microsoft.com/office/drawing/2014/main" id="{5FC9C194-922A-6F43-8913-5DC450268FBD}"/>
              </a:ext>
            </a:extLst>
          </p:cNvPr>
          <p:cNvSpPr/>
          <p:nvPr/>
        </p:nvSpPr>
        <p:spPr>
          <a:xfrm>
            <a:off x="-2867891" y="936459"/>
            <a:ext cx="1494265" cy="165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Probable </a:t>
            </a:r>
            <a:r>
              <a:rPr lang="en-AU" sz="10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haplotigs</a:t>
            </a: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 (reject)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94" name="Rectangle 1093">
            <a:extLst>
              <a:ext uri="{FF2B5EF4-FFF2-40B4-BE49-F238E27FC236}">
                <a16:creationId xmlns:a16="http://schemas.microsoft.com/office/drawing/2014/main" id="{B8E89864-B67D-954F-A5D2-FAC2766463F9}"/>
              </a:ext>
            </a:extLst>
          </p:cNvPr>
          <p:cNvSpPr/>
          <p:nvPr/>
        </p:nvSpPr>
        <p:spPr>
          <a:xfrm>
            <a:off x="-2606591" y="1167017"/>
            <a:ext cx="1237244" cy="165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Low quality (reject)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0653445E-C3C9-5045-B323-5577D66B4ACF}"/>
              </a:ext>
            </a:extLst>
          </p:cNvPr>
          <p:cNvSpPr/>
          <p:nvPr/>
        </p:nvSpPr>
        <p:spPr>
          <a:xfrm>
            <a:off x="-6063238" y="1821265"/>
            <a:ext cx="1460067" cy="246221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EXS &gt; (HAP + LOW) &gt; DIP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096" name="Elbow Connector 1095">
            <a:extLst>
              <a:ext uri="{FF2B5EF4-FFF2-40B4-BE49-F238E27FC236}">
                <a16:creationId xmlns:a16="http://schemas.microsoft.com/office/drawing/2014/main" id="{0A8045DC-4207-7F46-B369-E1BED1049494}"/>
              </a:ext>
            </a:extLst>
          </p:cNvPr>
          <p:cNvCxnSpPr>
            <a:stCxn id="1130" idx="0"/>
            <a:endCxn id="1085" idx="2"/>
          </p:cNvCxnSpPr>
          <p:nvPr/>
        </p:nvCxnSpPr>
        <p:spPr>
          <a:xfrm rot="16200000" flipV="1">
            <a:off x="-5880492" y="785951"/>
            <a:ext cx="229780" cy="184986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7" name="Elbow Connector 1096">
            <a:extLst>
              <a:ext uri="{FF2B5EF4-FFF2-40B4-BE49-F238E27FC236}">
                <a16:creationId xmlns:a16="http://schemas.microsoft.com/office/drawing/2014/main" id="{C6C4EA38-BA84-624F-BB2A-115DB41A16BE}"/>
              </a:ext>
            </a:extLst>
          </p:cNvPr>
          <p:cNvCxnSpPr>
            <a:cxnSpLocks/>
            <a:endCxn id="1087" idx="2"/>
          </p:cNvCxnSpPr>
          <p:nvPr/>
        </p:nvCxnSpPr>
        <p:spPr>
          <a:xfrm rot="16200000" flipV="1">
            <a:off x="-5104879" y="820158"/>
            <a:ext cx="229784" cy="11657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8" name="Elbow Connector 1097">
            <a:extLst>
              <a:ext uri="{FF2B5EF4-FFF2-40B4-BE49-F238E27FC236}">
                <a16:creationId xmlns:a16="http://schemas.microsoft.com/office/drawing/2014/main" id="{38D84A8C-6BED-0844-A820-A7A5767D594D}"/>
              </a:ext>
            </a:extLst>
          </p:cNvPr>
          <p:cNvCxnSpPr>
            <a:cxnSpLocks/>
            <a:stCxn id="1122" idx="0"/>
            <a:endCxn id="1089" idx="2"/>
          </p:cNvCxnSpPr>
          <p:nvPr/>
        </p:nvCxnSpPr>
        <p:spPr>
          <a:xfrm rot="5400000" flipH="1" flipV="1">
            <a:off x="-3915173" y="781616"/>
            <a:ext cx="227784" cy="195652"/>
          </a:xfrm>
          <a:prstGeom prst="bent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9" name="Elbow Connector 1098">
            <a:extLst>
              <a:ext uri="{FF2B5EF4-FFF2-40B4-BE49-F238E27FC236}">
                <a16:creationId xmlns:a16="http://schemas.microsoft.com/office/drawing/2014/main" id="{D4F6C2E1-1270-694A-911F-9B398FCEED30}"/>
              </a:ext>
            </a:extLst>
          </p:cNvPr>
          <p:cNvCxnSpPr>
            <a:cxnSpLocks/>
            <a:stCxn id="1101" idx="5"/>
            <a:endCxn id="1084" idx="1"/>
          </p:cNvCxnSpPr>
          <p:nvPr/>
        </p:nvCxnSpPr>
        <p:spPr>
          <a:xfrm flipV="1">
            <a:off x="-4741626" y="421995"/>
            <a:ext cx="270441" cy="452950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0" name="Elbow Connector 1099">
            <a:extLst>
              <a:ext uri="{FF2B5EF4-FFF2-40B4-BE49-F238E27FC236}">
                <a16:creationId xmlns:a16="http://schemas.microsoft.com/office/drawing/2014/main" id="{806715F5-566A-5A49-B1CC-FF38F8ED683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-5598465" y="1189755"/>
            <a:ext cx="232295" cy="20879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1" name="Triangle 1100">
            <a:extLst>
              <a:ext uri="{FF2B5EF4-FFF2-40B4-BE49-F238E27FC236}">
                <a16:creationId xmlns:a16="http://schemas.microsoft.com/office/drawing/2014/main" id="{C24423AB-A175-FF4E-9354-1073CAECC7FE}"/>
              </a:ext>
            </a:extLst>
          </p:cNvPr>
          <p:cNvSpPr/>
          <p:nvPr/>
        </p:nvSpPr>
        <p:spPr>
          <a:xfrm>
            <a:off x="-4875079" y="798248"/>
            <a:ext cx="177937" cy="153394"/>
          </a:xfrm>
          <a:prstGeom prst="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02" name="Elbow Connector 1101">
            <a:extLst>
              <a:ext uri="{FF2B5EF4-FFF2-40B4-BE49-F238E27FC236}">
                <a16:creationId xmlns:a16="http://schemas.microsoft.com/office/drawing/2014/main" id="{1F3B2F5C-4827-B546-B32B-1B6BC0A6DD89}"/>
              </a:ext>
            </a:extLst>
          </p:cNvPr>
          <p:cNvCxnSpPr>
            <a:cxnSpLocks/>
          </p:cNvCxnSpPr>
          <p:nvPr/>
        </p:nvCxnSpPr>
        <p:spPr>
          <a:xfrm rot="16200000" flipV="1">
            <a:off x="-5365951" y="1472734"/>
            <a:ext cx="529358" cy="167707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3" name="Elbow Connector 1102">
            <a:extLst>
              <a:ext uri="{FF2B5EF4-FFF2-40B4-BE49-F238E27FC236}">
                <a16:creationId xmlns:a16="http://schemas.microsoft.com/office/drawing/2014/main" id="{17216A26-3B2A-A64A-9370-A561EE00B4A0}"/>
              </a:ext>
            </a:extLst>
          </p:cNvPr>
          <p:cNvCxnSpPr>
            <a:cxnSpLocks/>
            <a:stCxn id="1083" idx="1"/>
            <a:endCxn id="1105" idx="5"/>
          </p:cNvCxnSpPr>
          <p:nvPr/>
        </p:nvCxnSpPr>
        <p:spPr>
          <a:xfrm rot="10800000">
            <a:off x="-4741625" y="1291909"/>
            <a:ext cx="270441" cy="653610"/>
          </a:xfrm>
          <a:prstGeom prst="bentConnector3">
            <a:avLst>
              <a:gd name="adj1" fmla="val 24739"/>
            </a:avLst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4" name="Triangle 1103">
            <a:extLst>
              <a:ext uri="{FF2B5EF4-FFF2-40B4-BE49-F238E27FC236}">
                <a16:creationId xmlns:a16="http://schemas.microsoft.com/office/drawing/2014/main" id="{0433D480-1E37-DF47-A6FC-58ED11311CB1}"/>
              </a:ext>
            </a:extLst>
          </p:cNvPr>
          <p:cNvSpPr/>
          <p:nvPr/>
        </p:nvSpPr>
        <p:spPr>
          <a:xfrm flipV="1">
            <a:off x="-5318579" y="1215212"/>
            <a:ext cx="177937" cy="153394"/>
          </a:xfrm>
          <a:prstGeom prst="triangl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5" name="Triangle 1104">
            <a:extLst>
              <a:ext uri="{FF2B5EF4-FFF2-40B4-BE49-F238E27FC236}">
                <a16:creationId xmlns:a16="http://schemas.microsoft.com/office/drawing/2014/main" id="{6D0D93D2-72AC-DC49-A348-4300A812761B}"/>
              </a:ext>
            </a:extLst>
          </p:cNvPr>
          <p:cNvSpPr/>
          <p:nvPr/>
        </p:nvSpPr>
        <p:spPr>
          <a:xfrm flipV="1">
            <a:off x="-4875079" y="1215212"/>
            <a:ext cx="177937" cy="153394"/>
          </a:xfrm>
          <a:prstGeom prst="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06" name="Elbow Connector 1105">
            <a:extLst>
              <a:ext uri="{FF2B5EF4-FFF2-40B4-BE49-F238E27FC236}">
                <a16:creationId xmlns:a16="http://schemas.microsoft.com/office/drawing/2014/main" id="{88A31A3C-F637-5A4F-92B4-C7A81CD57447}"/>
              </a:ext>
            </a:extLst>
          </p:cNvPr>
          <p:cNvCxnSpPr>
            <a:cxnSpLocks/>
            <a:stCxn id="1090" idx="1"/>
          </p:cNvCxnSpPr>
          <p:nvPr/>
        </p:nvCxnSpPr>
        <p:spPr>
          <a:xfrm rot="10800000">
            <a:off x="-3615369" y="1178004"/>
            <a:ext cx="79734" cy="403656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7" name="Elbow Connector 1106">
            <a:extLst>
              <a:ext uri="{FF2B5EF4-FFF2-40B4-BE49-F238E27FC236}">
                <a16:creationId xmlns:a16="http://schemas.microsoft.com/office/drawing/2014/main" id="{46A9D9A5-553A-994C-AD91-462864E2782F}"/>
              </a:ext>
            </a:extLst>
          </p:cNvPr>
          <p:cNvCxnSpPr>
            <a:cxnSpLocks/>
            <a:stCxn id="1088" idx="0"/>
            <a:endCxn id="1124" idx="2"/>
          </p:cNvCxnSpPr>
          <p:nvPr/>
        </p:nvCxnSpPr>
        <p:spPr>
          <a:xfrm rot="16200000" flipV="1">
            <a:off x="-4329023" y="1164419"/>
            <a:ext cx="232295" cy="25946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8" name="Rectangle 1107">
            <a:extLst>
              <a:ext uri="{FF2B5EF4-FFF2-40B4-BE49-F238E27FC236}">
                <a16:creationId xmlns:a16="http://schemas.microsoft.com/office/drawing/2014/main" id="{B0D15DD4-655B-494F-B1FB-BFAFBF9C840D}"/>
              </a:ext>
            </a:extLst>
          </p:cNvPr>
          <p:cNvSpPr/>
          <p:nvPr/>
        </p:nvSpPr>
        <p:spPr>
          <a:xfrm>
            <a:off x="-2579281" y="1829632"/>
            <a:ext cx="1464261" cy="246221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“Duplicate” BUSCOs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09" name="Rectangle 1108">
            <a:extLst>
              <a:ext uri="{FF2B5EF4-FFF2-40B4-BE49-F238E27FC236}">
                <a16:creationId xmlns:a16="http://schemas.microsoft.com/office/drawing/2014/main" id="{DCA99DE8-16A0-A640-B854-271F88FA708E}"/>
              </a:ext>
            </a:extLst>
          </p:cNvPr>
          <p:cNvSpPr/>
          <p:nvPr/>
        </p:nvSpPr>
        <p:spPr>
          <a:xfrm>
            <a:off x="-2579281" y="1515507"/>
            <a:ext cx="1464261" cy="246221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1+ “Complete” BUSCOs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110" name="Elbow Connector 1109">
            <a:extLst>
              <a:ext uri="{FF2B5EF4-FFF2-40B4-BE49-F238E27FC236}">
                <a16:creationId xmlns:a16="http://schemas.microsoft.com/office/drawing/2014/main" id="{58984AE9-CD0F-6645-8674-484FDEF72A96}"/>
              </a:ext>
            </a:extLst>
          </p:cNvPr>
          <p:cNvCxnSpPr>
            <a:cxnSpLocks/>
            <a:stCxn id="1108" idx="1"/>
            <a:endCxn id="1113" idx="5"/>
          </p:cNvCxnSpPr>
          <p:nvPr/>
        </p:nvCxnSpPr>
        <p:spPr>
          <a:xfrm rot="10800000">
            <a:off x="-3411483" y="1291909"/>
            <a:ext cx="832203" cy="660834"/>
          </a:xfrm>
          <a:prstGeom prst="bentConnector3">
            <a:avLst>
              <a:gd name="adj1" fmla="val 33582"/>
            </a:avLst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1" name="Elbow Connector 1110">
            <a:extLst>
              <a:ext uri="{FF2B5EF4-FFF2-40B4-BE49-F238E27FC236}">
                <a16:creationId xmlns:a16="http://schemas.microsoft.com/office/drawing/2014/main" id="{E9E41DC2-A129-7A4D-B874-B6A39257D683}"/>
              </a:ext>
            </a:extLst>
          </p:cNvPr>
          <p:cNvCxnSpPr>
            <a:cxnSpLocks/>
            <a:stCxn id="1109" idx="1"/>
            <a:endCxn id="1112" idx="5"/>
          </p:cNvCxnSpPr>
          <p:nvPr/>
        </p:nvCxnSpPr>
        <p:spPr>
          <a:xfrm rot="10800000">
            <a:off x="-3411483" y="874946"/>
            <a:ext cx="832203" cy="763673"/>
          </a:xfrm>
          <a:prstGeom prst="bentConnector3">
            <a:avLst>
              <a:gd name="adj1" fmla="val 25372"/>
            </a:avLst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2" name="Triangle 1111">
            <a:extLst>
              <a:ext uri="{FF2B5EF4-FFF2-40B4-BE49-F238E27FC236}">
                <a16:creationId xmlns:a16="http://schemas.microsoft.com/office/drawing/2014/main" id="{39628AEF-0C54-1B44-8F61-47F261D3061F}"/>
              </a:ext>
            </a:extLst>
          </p:cNvPr>
          <p:cNvSpPr/>
          <p:nvPr/>
        </p:nvSpPr>
        <p:spPr>
          <a:xfrm>
            <a:off x="-3544937" y="798248"/>
            <a:ext cx="177937" cy="153394"/>
          </a:xfrm>
          <a:prstGeom prst="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3" name="Triangle 1112">
            <a:extLst>
              <a:ext uri="{FF2B5EF4-FFF2-40B4-BE49-F238E27FC236}">
                <a16:creationId xmlns:a16="http://schemas.microsoft.com/office/drawing/2014/main" id="{A3856230-5DF8-7B44-A616-D9DE7C4FB08E}"/>
              </a:ext>
            </a:extLst>
          </p:cNvPr>
          <p:cNvSpPr/>
          <p:nvPr/>
        </p:nvSpPr>
        <p:spPr>
          <a:xfrm flipV="1">
            <a:off x="-3544937" y="1215212"/>
            <a:ext cx="177937" cy="153394"/>
          </a:xfrm>
          <a:prstGeom prst="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487D8F81-5264-DB48-81E8-C37504E6494D}"/>
              </a:ext>
            </a:extLst>
          </p:cNvPr>
          <p:cNvGrpSpPr/>
          <p:nvPr/>
        </p:nvGrpSpPr>
        <p:grpSpPr>
          <a:xfrm>
            <a:off x="-2197984" y="5020629"/>
            <a:ext cx="1604944" cy="184669"/>
            <a:chOff x="1101736" y="2950206"/>
            <a:chExt cx="1395666" cy="369332"/>
          </a:xfrm>
        </p:grpSpPr>
        <p:sp>
          <p:nvSpPr>
            <p:cNvPr id="492" name="Rectangle 491">
              <a:extLst>
                <a:ext uri="{FF2B5EF4-FFF2-40B4-BE49-F238E27FC236}">
                  <a16:creationId xmlns:a16="http://schemas.microsoft.com/office/drawing/2014/main" id="{C4717CDD-E00E-8A4A-84CA-BD897A9183B6}"/>
                </a:ext>
              </a:extLst>
            </p:cNvPr>
            <p:cNvSpPr/>
            <p:nvPr/>
          </p:nvSpPr>
          <p:spPr>
            <a:xfrm>
              <a:off x="1101738" y="2950206"/>
              <a:ext cx="1395664" cy="369332"/>
            </a:xfrm>
            <a:prstGeom prst="rect">
              <a:avLst/>
            </a:prstGeom>
            <a:gradFill flip="none" rotWithShape="1">
              <a:gsLst>
                <a:gs pos="25000">
                  <a:schemeClr val="accent2">
                    <a:lumMod val="5000"/>
                    <a:lumOff val="95000"/>
                  </a:schemeClr>
                </a:gs>
                <a:gs pos="0">
                  <a:schemeClr val="accent2">
                    <a:lumMod val="45000"/>
                    <a:lumOff val="55000"/>
                  </a:schemeClr>
                </a:gs>
                <a:gs pos="83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0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3" name="Rectangle 492">
              <a:extLst>
                <a:ext uri="{FF2B5EF4-FFF2-40B4-BE49-F238E27FC236}">
                  <a16:creationId xmlns:a16="http://schemas.microsoft.com/office/drawing/2014/main" id="{45C0C845-65B2-FC44-8A8D-FD30B772C7A4}"/>
                </a:ext>
              </a:extLst>
            </p:cNvPr>
            <p:cNvSpPr/>
            <p:nvPr/>
          </p:nvSpPr>
          <p:spPr>
            <a:xfrm>
              <a:off x="1101736" y="2996373"/>
              <a:ext cx="1395664" cy="276999"/>
            </a:xfrm>
            <a:prstGeom prst="rect">
              <a:avLst/>
            </a:prstGeom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en-AU" sz="1000" b="1" dirty="0"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HIT REGION 1</a:t>
              </a:r>
              <a:endParaRPr lang="en-US" sz="10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80" name="Group 479">
            <a:extLst>
              <a:ext uri="{FF2B5EF4-FFF2-40B4-BE49-F238E27FC236}">
                <a16:creationId xmlns:a16="http://schemas.microsoft.com/office/drawing/2014/main" id="{C7DE845A-3FF5-2C4A-90FE-9C07EE9D16E9}"/>
              </a:ext>
            </a:extLst>
          </p:cNvPr>
          <p:cNvGrpSpPr/>
          <p:nvPr/>
        </p:nvGrpSpPr>
        <p:grpSpPr>
          <a:xfrm>
            <a:off x="-2579281" y="4749978"/>
            <a:ext cx="443501" cy="184669"/>
            <a:chOff x="1101736" y="3756878"/>
            <a:chExt cx="1395666" cy="369332"/>
          </a:xfrm>
        </p:grpSpPr>
        <p:sp>
          <p:nvSpPr>
            <p:cNvPr id="490" name="Rectangle 489">
              <a:extLst>
                <a:ext uri="{FF2B5EF4-FFF2-40B4-BE49-F238E27FC236}">
                  <a16:creationId xmlns:a16="http://schemas.microsoft.com/office/drawing/2014/main" id="{7515448B-7016-2643-9125-7A4B8BC283EF}"/>
                </a:ext>
              </a:extLst>
            </p:cNvPr>
            <p:cNvSpPr/>
            <p:nvPr/>
          </p:nvSpPr>
          <p:spPr>
            <a:xfrm>
              <a:off x="1101738" y="3756878"/>
              <a:ext cx="1395664" cy="369332"/>
            </a:xfrm>
            <a:prstGeom prst="rect">
              <a:avLst/>
            </a:prstGeom>
            <a:gradFill flip="none" rotWithShape="1">
              <a:gsLst>
                <a:gs pos="25000">
                  <a:schemeClr val="accent3">
                    <a:lumMod val="5000"/>
                    <a:lumOff val="95000"/>
                  </a:schemeClr>
                </a:gs>
                <a:gs pos="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0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1" name="Rectangle 490">
              <a:extLst>
                <a:ext uri="{FF2B5EF4-FFF2-40B4-BE49-F238E27FC236}">
                  <a16:creationId xmlns:a16="http://schemas.microsoft.com/office/drawing/2014/main" id="{2945BF0E-513C-5A41-8F78-D3DF5031F31F}"/>
                </a:ext>
              </a:extLst>
            </p:cNvPr>
            <p:cNvSpPr/>
            <p:nvPr/>
          </p:nvSpPr>
          <p:spPr>
            <a:xfrm>
              <a:off x="1101736" y="3803045"/>
              <a:ext cx="1395664" cy="276999"/>
            </a:xfrm>
            <a:prstGeom prst="rect">
              <a:avLst/>
            </a:prstGeom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en-AU" sz="1000" b="1" dirty="0"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HOM</a:t>
              </a:r>
              <a:endParaRPr lang="en-US" sz="10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81" name="Group 480">
            <a:extLst>
              <a:ext uri="{FF2B5EF4-FFF2-40B4-BE49-F238E27FC236}">
                <a16:creationId xmlns:a16="http://schemas.microsoft.com/office/drawing/2014/main" id="{32ECF1AC-E870-3444-9DB1-6DF94B9DF890}"/>
              </a:ext>
            </a:extLst>
          </p:cNvPr>
          <p:cNvGrpSpPr/>
          <p:nvPr/>
        </p:nvGrpSpPr>
        <p:grpSpPr>
          <a:xfrm>
            <a:off x="-1478804" y="2482856"/>
            <a:ext cx="1307168" cy="184669"/>
            <a:chOff x="1101736" y="5412423"/>
            <a:chExt cx="1395666" cy="369332"/>
          </a:xfrm>
        </p:grpSpPr>
        <p:sp>
          <p:nvSpPr>
            <p:cNvPr id="488" name="Rectangle 487">
              <a:extLst>
                <a:ext uri="{FF2B5EF4-FFF2-40B4-BE49-F238E27FC236}">
                  <a16:creationId xmlns:a16="http://schemas.microsoft.com/office/drawing/2014/main" id="{FB9B1C9E-307F-E641-B16B-EA29CAB67D83}"/>
                </a:ext>
              </a:extLst>
            </p:cNvPr>
            <p:cNvSpPr/>
            <p:nvPr/>
          </p:nvSpPr>
          <p:spPr>
            <a:xfrm>
              <a:off x="1101738" y="5412423"/>
              <a:ext cx="1395664" cy="369332"/>
            </a:xfrm>
            <a:prstGeom prst="rect">
              <a:avLst/>
            </a:prstGeom>
            <a:gradFill flip="none" rotWithShape="1">
              <a:gsLst>
                <a:gs pos="25000">
                  <a:schemeClr val="accent4">
                    <a:lumMod val="5000"/>
                    <a:lumOff val="95000"/>
                  </a:schemeClr>
                </a:gs>
                <a:gs pos="0">
                  <a:schemeClr val="accent4">
                    <a:lumMod val="45000"/>
                    <a:lumOff val="55000"/>
                  </a:schemeClr>
                </a:gs>
                <a:gs pos="83000">
                  <a:schemeClr val="accent4">
                    <a:lumMod val="45000"/>
                    <a:lumOff val="55000"/>
                  </a:schemeClr>
                </a:gs>
                <a:gs pos="100000">
                  <a:schemeClr val="accent4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0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9" name="Rectangle 488">
              <a:extLst>
                <a:ext uri="{FF2B5EF4-FFF2-40B4-BE49-F238E27FC236}">
                  <a16:creationId xmlns:a16="http://schemas.microsoft.com/office/drawing/2014/main" id="{845AEB59-A5FB-B74B-ABB7-80C82B87BA4F}"/>
                </a:ext>
              </a:extLst>
            </p:cNvPr>
            <p:cNvSpPr/>
            <p:nvPr/>
          </p:nvSpPr>
          <p:spPr>
            <a:xfrm>
              <a:off x="1101736" y="5458590"/>
              <a:ext cx="1395664" cy="276999"/>
            </a:xfrm>
            <a:prstGeom prst="rect">
              <a:avLst/>
            </a:prstGeom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en-AU" sz="1000" b="1" dirty="0"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HIT REGION 2</a:t>
              </a:r>
              <a:endParaRPr lang="en-US" sz="10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82" name="Group 481">
            <a:extLst>
              <a:ext uri="{FF2B5EF4-FFF2-40B4-BE49-F238E27FC236}">
                <a16:creationId xmlns:a16="http://schemas.microsoft.com/office/drawing/2014/main" id="{314D007B-B2C5-BF43-9ED5-D270ED9A07C2}"/>
              </a:ext>
            </a:extLst>
          </p:cNvPr>
          <p:cNvGrpSpPr/>
          <p:nvPr/>
        </p:nvGrpSpPr>
        <p:grpSpPr>
          <a:xfrm>
            <a:off x="-1839012" y="4243721"/>
            <a:ext cx="443501" cy="184669"/>
            <a:chOff x="1101736" y="6374467"/>
            <a:chExt cx="1395666" cy="369332"/>
          </a:xfrm>
        </p:grpSpPr>
        <p:sp>
          <p:nvSpPr>
            <p:cNvPr id="486" name="Rectangle 485">
              <a:extLst>
                <a:ext uri="{FF2B5EF4-FFF2-40B4-BE49-F238E27FC236}">
                  <a16:creationId xmlns:a16="http://schemas.microsoft.com/office/drawing/2014/main" id="{7430C04D-D272-1148-A1B8-9FE1CCFA805E}"/>
                </a:ext>
              </a:extLst>
            </p:cNvPr>
            <p:cNvSpPr/>
            <p:nvPr/>
          </p:nvSpPr>
          <p:spPr>
            <a:xfrm>
              <a:off x="1101738" y="6374467"/>
              <a:ext cx="1395664" cy="369332"/>
            </a:xfrm>
            <a:prstGeom prst="rect">
              <a:avLst/>
            </a:prstGeom>
            <a:gradFill flip="none" rotWithShape="1">
              <a:gsLst>
                <a:gs pos="25000">
                  <a:schemeClr val="accent5">
                    <a:lumMod val="5000"/>
                    <a:lumOff val="95000"/>
                  </a:schemeClr>
                </a:gs>
                <a:gs pos="0">
                  <a:schemeClr val="accent5">
                    <a:lumMod val="45000"/>
                    <a:lumOff val="55000"/>
                  </a:schemeClr>
                </a:gs>
                <a:gs pos="83000">
                  <a:schemeClr val="accent5">
                    <a:lumMod val="45000"/>
                    <a:lumOff val="55000"/>
                  </a:schemeClr>
                </a:gs>
                <a:gs pos="100000">
                  <a:schemeClr val="accent5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0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7" name="Rectangle 486">
              <a:extLst>
                <a:ext uri="{FF2B5EF4-FFF2-40B4-BE49-F238E27FC236}">
                  <a16:creationId xmlns:a16="http://schemas.microsoft.com/office/drawing/2014/main" id="{D825218B-886B-9C45-BEEE-3027486C22D6}"/>
                </a:ext>
              </a:extLst>
            </p:cNvPr>
            <p:cNvSpPr/>
            <p:nvPr/>
          </p:nvSpPr>
          <p:spPr>
            <a:xfrm>
              <a:off x="1101736" y="6420634"/>
              <a:ext cx="1395664" cy="276999"/>
            </a:xfrm>
            <a:prstGeom prst="rect">
              <a:avLst/>
            </a:prstGeom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en-AU" sz="1000" b="1" dirty="0"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MEDK</a:t>
              </a:r>
              <a:endParaRPr lang="en-US" sz="10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0D13D86-B04A-BA47-9F70-E62C420C9250}"/>
              </a:ext>
            </a:extLst>
          </p:cNvPr>
          <p:cNvGrpSpPr/>
          <p:nvPr/>
        </p:nvGrpSpPr>
        <p:grpSpPr>
          <a:xfrm>
            <a:off x="-1478805" y="2754106"/>
            <a:ext cx="1307166" cy="184669"/>
            <a:chOff x="-1478805" y="2754106"/>
            <a:chExt cx="1307166" cy="184669"/>
          </a:xfrm>
        </p:grpSpPr>
        <p:grpSp>
          <p:nvGrpSpPr>
            <p:cNvPr id="478" name="Group 477">
              <a:extLst>
                <a:ext uri="{FF2B5EF4-FFF2-40B4-BE49-F238E27FC236}">
                  <a16:creationId xmlns:a16="http://schemas.microsoft.com/office/drawing/2014/main" id="{3BD0D934-F302-A540-AA12-57CBDF74F364}"/>
                </a:ext>
              </a:extLst>
            </p:cNvPr>
            <p:cNvGrpSpPr/>
            <p:nvPr/>
          </p:nvGrpSpPr>
          <p:grpSpPr>
            <a:xfrm>
              <a:off x="-1478805" y="2754106"/>
              <a:ext cx="1307166" cy="184669"/>
              <a:chOff x="1101736" y="2014706"/>
              <a:chExt cx="1395666" cy="369332"/>
            </a:xfrm>
          </p:grpSpPr>
          <p:sp>
            <p:nvSpPr>
              <p:cNvPr id="494" name="Rectangle 493">
                <a:extLst>
                  <a:ext uri="{FF2B5EF4-FFF2-40B4-BE49-F238E27FC236}">
                    <a16:creationId xmlns:a16="http://schemas.microsoft.com/office/drawing/2014/main" id="{417D8EFB-3515-4F41-8761-D30D3BD234E8}"/>
                  </a:ext>
                </a:extLst>
              </p:cNvPr>
              <p:cNvSpPr/>
              <p:nvPr/>
            </p:nvSpPr>
            <p:spPr>
              <a:xfrm>
                <a:off x="1101738" y="2014706"/>
                <a:ext cx="1395664" cy="369332"/>
              </a:xfrm>
              <a:prstGeom prst="rect">
                <a:avLst/>
              </a:prstGeom>
              <a:gradFill flip="none" rotWithShape="1">
                <a:gsLst>
                  <a:gs pos="25000">
                    <a:schemeClr val="accent1">
                      <a:lumMod val="5000"/>
                      <a:lumOff val="95000"/>
                    </a:schemeClr>
                  </a:gs>
                  <a:gs pos="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sz="1000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95" name="Rectangle 494">
                <a:extLst>
                  <a:ext uri="{FF2B5EF4-FFF2-40B4-BE49-F238E27FC236}">
                    <a16:creationId xmlns:a16="http://schemas.microsoft.com/office/drawing/2014/main" id="{6CB6BC35-B064-6146-9D74-19A7E2487F30}"/>
                  </a:ext>
                </a:extLst>
              </p:cNvPr>
              <p:cNvSpPr/>
              <p:nvPr/>
            </p:nvSpPr>
            <p:spPr>
              <a:xfrm>
                <a:off x="1101736" y="2060873"/>
                <a:ext cx="1395665" cy="276999"/>
              </a:xfrm>
              <a:prstGeom prst="rect">
                <a:avLst/>
              </a:prstGeom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:r>
                  <a:rPr lang="en-AU" sz="1000" b="1" dirty="0"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QRY REGION 1</a:t>
                </a:r>
                <a:endParaRPr lang="en-US" sz="10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773A768-B64D-EE4B-BE8A-1F0FE5114CD9}"/>
                </a:ext>
              </a:extLst>
            </p:cNvPr>
            <p:cNvGrpSpPr/>
            <p:nvPr/>
          </p:nvGrpSpPr>
          <p:grpSpPr>
            <a:xfrm>
              <a:off x="-1440322" y="2779724"/>
              <a:ext cx="1226865" cy="133432"/>
              <a:chOff x="434532" y="1264966"/>
              <a:chExt cx="1226865" cy="133432"/>
            </a:xfrm>
          </p:grpSpPr>
          <p:sp>
            <p:nvSpPr>
              <p:cNvPr id="4" name="Triangle 3">
                <a:extLst>
                  <a:ext uri="{FF2B5EF4-FFF2-40B4-BE49-F238E27FC236}">
                    <a16:creationId xmlns:a16="http://schemas.microsoft.com/office/drawing/2014/main" id="{9EDA380A-B824-9044-BF63-42CF78A4B7BF}"/>
                  </a:ext>
                </a:extLst>
              </p:cNvPr>
              <p:cNvSpPr/>
              <p:nvPr/>
            </p:nvSpPr>
            <p:spPr>
              <a:xfrm rot="5400000">
                <a:off x="1537167" y="1274168"/>
                <a:ext cx="133432" cy="115028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9" name="Triangle 498">
                <a:extLst>
                  <a:ext uri="{FF2B5EF4-FFF2-40B4-BE49-F238E27FC236}">
                    <a16:creationId xmlns:a16="http://schemas.microsoft.com/office/drawing/2014/main" id="{3A63CB9A-147B-3A47-BA58-0A00B4F2EE39}"/>
                  </a:ext>
                </a:extLst>
              </p:cNvPr>
              <p:cNvSpPr/>
              <p:nvPr/>
            </p:nvSpPr>
            <p:spPr>
              <a:xfrm rot="5400000">
                <a:off x="425330" y="1274168"/>
                <a:ext cx="133432" cy="115028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00" name="Group 499">
            <a:extLst>
              <a:ext uri="{FF2B5EF4-FFF2-40B4-BE49-F238E27FC236}">
                <a16:creationId xmlns:a16="http://schemas.microsoft.com/office/drawing/2014/main" id="{9BF40A4F-B1CE-954A-9756-2FDF9688D831}"/>
              </a:ext>
            </a:extLst>
          </p:cNvPr>
          <p:cNvGrpSpPr/>
          <p:nvPr/>
        </p:nvGrpSpPr>
        <p:grpSpPr>
          <a:xfrm>
            <a:off x="-1440322" y="2508474"/>
            <a:ext cx="1226865" cy="133432"/>
            <a:chOff x="434532" y="1264966"/>
            <a:chExt cx="1226865" cy="133432"/>
          </a:xfrm>
        </p:grpSpPr>
        <p:sp>
          <p:nvSpPr>
            <p:cNvPr id="501" name="Triangle 500">
              <a:extLst>
                <a:ext uri="{FF2B5EF4-FFF2-40B4-BE49-F238E27FC236}">
                  <a16:creationId xmlns:a16="http://schemas.microsoft.com/office/drawing/2014/main" id="{49581124-71F4-E340-ADD7-65001169D641}"/>
                </a:ext>
              </a:extLst>
            </p:cNvPr>
            <p:cNvSpPr/>
            <p:nvPr/>
          </p:nvSpPr>
          <p:spPr>
            <a:xfrm rot="5400000">
              <a:off x="1537167" y="1274168"/>
              <a:ext cx="133432" cy="115028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2" name="Triangle 501">
              <a:extLst>
                <a:ext uri="{FF2B5EF4-FFF2-40B4-BE49-F238E27FC236}">
                  <a16:creationId xmlns:a16="http://schemas.microsoft.com/office/drawing/2014/main" id="{BE303919-D4B6-D749-AD79-B9E83A779F12}"/>
                </a:ext>
              </a:extLst>
            </p:cNvPr>
            <p:cNvSpPr/>
            <p:nvPr/>
          </p:nvSpPr>
          <p:spPr>
            <a:xfrm rot="5400000">
              <a:off x="425330" y="1274168"/>
              <a:ext cx="133432" cy="115028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B09E0D7-5BAA-DF4D-AEA5-A765B4625C3A}"/>
              </a:ext>
            </a:extLst>
          </p:cNvPr>
          <p:cNvGrpSpPr/>
          <p:nvPr/>
        </p:nvGrpSpPr>
        <p:grpSpPr>
          <a:xfrm>
            <a:off x="-1493542" y="3039558"/>
            <a:ext cx="1307164" cy="184669"/>
            <a:chOff x="-1478805" y="3024288"/>
            <a:chExt cx="1307164" cy="184669"/>
          </a:xfrm>
        </p:grpSpPr>
        <p:grpSp>
          <p:nvGrpSpPr>
            <p:cNvPr id="496" name="Group 495">
              <a:extLst>
                <a:ext uri="{FF2B5EF4-FFF2-40B4-BE49-F238E27FC236}">
                  <a16:creationId xmlns:a16="http://schemas.microsoft.com/office/drawing/2014/main" id="{A53A126C-DA57-9649-83C2-978EFB422911}"/>
                </a:ext>
              </a:extLst>
            </p:cNvPr>
            <p:cNvGrpSpPr/>
            <p:nvPr/>
          </p:nvGrpSpPr>
          <p:grpSpPr>
            <a:xfrm>
              <a:off x="-1478805" y="3024288"/>
              <a:ext cx="1307164" cy="184669"/>
              <a:chOff x="1101736" y="2950206"/>
              <a:chExt cx="1395666" cy="369332"/>
            </a:xfrm>
          </p:grpSpPr>
          <p:sp>
            <p:nvSpPr>
              <p:cNvPr id="497" name="Rectangle 496">
                <a:extLst>
                  <a:ext uri="{FF2B5EF4-FFF2-40B4-BE49-F238E27FC236}">
                    <a16:creationId xmlns:a16="http://schemas.microsoft.com/office/drawing/2014/main" id="{44281B42-1C4A-C04A-9C25-995333DE953C}"/>
                  </a:ext>
                </a:extLst>
              </p:cNvPr>
              <p:cNvSpPr/>
              <p:nvPr/>
            </p:nvSpPr>
            <p:spPr>
              <a:xfrm>
                <a:off x="1101738" y="2950206"/>
                <a:ext cx="1395664" cy="369332"/>
              </a:xfrm>
              <a:prstGeom prst="rect">
                <a:avLst/>
              </a:prstGeom>
              <a:gradFill flip="none" rotWithShape="1">
                <a:gsLst>
                  <a:gs pos="25000">
                    <a:schemeClr val="accent2">
                      <a:lumMod val="5000"/>
                      <a:lumOff val="95000"/>
                    </a:schemeClr>
                  </a:gs>
                  <a:gs pos="0">
                    <a:schemeClr val="accent2">
                      <a:lumMod val="45000"/>
                      <a:lumOff val="55000"/>
                    </a:schemeClr>
                  </a:gs>
                  <a:gs pos="83000">
                    <a:schemeClr val="accent2">
                      <a:lumMod val="45000"/>
                      <a:lumOff val="55000"/>
                    </a:schemeClr>
                  </a:gs>
                  <a:gs pos="100000">
                    <a:schemeClr val="accent2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sz="1000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98" name="Rectangle 497">
                <a:extLst>
                  <a:ext uri="{FF2B5EF4-FFF2-40B4-BE49-F238E27FC236}">
                    <a16:creationId xmlns:a16="http://schemas.microsoft.com/office/drawing/2014/main" id="{C080688B-4CF5-474F-9D82-FD12D918A00A}"/>
                  </a:ext>
                </a:extLst>
              </p:cNvPr>
              <p:cNvSpPr/>
              <p:nvPr/>
            </p:nvSpPr>
            <p:spPr>
              <a:xfrm>
                <a:off x="1101736" y="2996373"/>
                <a:ext cx="1395664" cy="276999"/>
              </a:xfrm>
              <a:prstGeom prst="rect">
                <a:avLst/>
              </a:prstGeom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:r>
                  <a:rPr lang="en-AU" sz="1000" b="1" dirty="0"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HIT REGION 1</a:t>
                </a:r>
                <a:endParaRPr lang="en-US" sz="10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503" name="Group 502">
              <a:extLst>
                <a:ext uri="{FF2B5EF4-FFF2-40B4-BE49-F238E27FC236}">
                  <a16:creationId xmlns:a16="http://schemas.microsoft.com/office/drawing/2014/main" id="{B656DAA3-A322-0844-89D9-C99A75E4EF07}"/>
                </a:ext>
              </a:extLst>
            </p:cNvPr>
            <p:cNvGrpSpPr/>
            <p:nvPr/>
          </p:nvGrpSpPr>
          <p:grpSpPr>
            <a:xfrm>
              <a:off x="-1440322" y="3050512"/>
              <a:ext cx="1226865" cy="133432"/>
              <a:chOff x="434532" y="1264966"/>
              <a:chExt cx="1226865" cy="133432"/>
            </a:xfrm>
          </p:grpSpPr>
          <p:sp>
            <p:nvSpPr>
              <p:cNvPr id="504" name="Triangle 503">
                <a:extLst>
                  <a:ext uri="{FF2B5EF4-FFF2-40B4-BE49-F238E27FC236}">
                    <a16:creationId xmlns:a16="http://schemas.microsoft.com/office/drawing/2014/main" id="{7ADA4E2B-6B0F-1348-B0FB-0FE88F0F0505}"/>
                  </a:ext>
                </a:extLst>
              </p:cNvPr>
              <p:cNvSpPr/>
              <p:nvPr/>
            </p:nvSpPr>
            <p:spPr>
              <a:xfrm rot="5400000">
                <a:off x="1537167" y="1274168"/>
                <a:ext cx="133432" cy="115028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5" name="Triangle 504">
                <a:extLst>
                  <a:ext uri="{FF2B5EF4-FFF2-40B4-BE49-F238E27FC236}">
                    <a16:creationId xmlns:a16="http://schemas.microsoft.com/office/drawing/2014/main" id="{DD0989ED-F470-EC40-8EC0-8459F4DAA48F}"/>
                  </a:ext>
                </a:extLst>
              </p:cNvPr>
              <p:cNvSpPr/>
              <p:nvPr/>
            </p:nvSpPr>
            <p:spPr>
              <a:xfrm rot="5400000">
                <a:off x="425330" y="1274168"/>
                <a:ext cx="133432" cy="115028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DD93709-8E81-B84F-B347-CC3B7656717E}"/>
              </a:ext>
            </a:extLst>
          </p:cNvPr>
          <p:cNvGrpSpPr/>
          <p:nvPr/>
        </p:nvGrpSpPr>
        <p:grpSpPr>
          <a:xfrm>
            <a:off x="-1478805" y="3326365"/>
            <a:ext cx="1307162" cy="184669"/>
            <a:chOff x="-1478805" y="3326365"/>
            <a:chExt cx="1307162" cy="184669"/>
          </a:xfrm>
        </p:grpSpPr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86426842-E2D9-8D41-9EF0-4E9325B69926}"/>
                </a:ext>
              </a:extLst>
            </p:cNvPr>
            <p:cNvGrpSpPr/>
            <p:nvPr/>
          </p:nvGrpSpPr>
          <p:grpSpPr>
            <a:xfrm>
              <a:off x="-1478805" y="3326365"/>
              <a:ext cx="1307162" cy="184669"/>
              <a:chOff x="1101736" y="7394745"/>
              <a:chExt cx="1395666" cy="369332"/>
            </a:xfrm>
          </p:grpSpPr>
          <p:sp>
            <p:nvSpPr>
              <p:cNvPr id="484" name="Rectangle 483">
                <a:extLst>
                  <a:ext uri="{FF2B5EF4-FFF2-40B4-BE49-F238E27FC236}">
                    <a16:creationId xmlns:a16="http://schemas.microsoft.com/office/drawing/2014/main" id="{B42D7580-E42E-C441-933D-CEA16E97BAD6}"/>
                  </a:ext>
                </a:extLst>
              </p:cNvPr>
              <p:cNvSpPr/>
              <p:nvPr/>
            </p:nvSpPr>
            <p:spPr>
              <a:xfrm>
                <a:off x="1101738" y="7394745"/>
                <a:ext cx="1395664" cy="369332"/>
              </a:xfrm>
              <a:prstGeom prst="rect">
                <a:avLst/>
              </a:prstGeom>
              <a:gradFill flip="none" rotWithShape="1">
                <a:gsLst>
                  <a:gs pos="25000">
                    <a:schemeClr val="accent6">
                      <a:lumMod val="5000"/>
                      <a:lumOff val="95000"/>
                    </a:schemeClr>
                  </a:gs>
                  <a:gs pos="0">
                    <a:schemeClr val="accent6">
                      <a:lumMod val="45000"/>
                      <a:lumOff val="55000"/>
                    </a:schemeClr>
                  </a:gs>
                  <a:gs pos="83000">
                    <a:schemeClr val="accent6">
                      <a:lumMod val="45000"/>
                      <a:lumOff val="55000"/>
                    </a:schemeClr>
                  </a:gs>
                  <a:gs pos="100000">
                    <a:schemeClr val="accent6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sz="1000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85" name="Rectangle 484">
                <a:extLst>
                  <a:ext uri="{FF2B5EF4-FFF2-40B4-BE49-F238E27FC236}">
                    <a16:creationId xmlns:a16="http://schemas.microsoft.com/office/drawing/2014/main" id="{2F9775AD-F196-7E45-803F-19B14A9FFF2A}"/>
                  </a:ext>
                </a:extLst>
              </p:cNvPr>
              <p:cNvSpPr/>
              <p:nvPr/>
            </p:nvSpPr>
            <p:spPr>
              <a:xfrm>
                <a:off x="1101736" y="7440912"/>
                <a:ext cx="1395664" cy="276999"/>
              </a:xfrm>
              <a:prstGeom prst="rect">
                <a:avLst/>
              </a:prstGeom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:r>
                  <a:rPr lang="en-AU" sz="1000" b="1" dirty="0"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QRY REGION 2</a:t>
                </a:r>
                <a:endParaRPr lang="en-US" sz="10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506" name="Group 505">
              <a:extLst>
                <a:ext uri="{FF2B5EF4-FFF2-40B4-BE49-F238E27FC236}">
                  <a16:creationId xmlns:a16="http://schemas.microsoft.com/office/drawing/2014/main" id="{A9876C53-AF58-0340-98C5-C2B8107C4E48}"/>
                </a:ext>
              </a:extLst>
            </p:cNvPr>
            <p:cNvGrpSpPr/>
            <p:nvPr/>
          </p:nvGrpSpPr>
          <p:grpSpPr>
            <a:xfrm>
              <a:off x="-1440322" y="3348771"/>
              <a:ext cx="1226865" cy="133432"/>
              <a:chOff x="434532" y="1264966"/>
              <a:chExt cx="1226865" cy="133432"/>
            </a:xfrm>
          </p:grpSpPr>
          <p:sp>
            <p:nvSpPr>
              <p:cNvPr id="507" name="Triangle 506">
                <a:extLst>
                  <a:ext uri="{FF2B5EF4-FFF2-40B4-BE49-F238E27FC236}">
                    <a16:creationId xmlns:a16="http://schemas.microsoft.com/office/drawing/2014/main" id="{515B67A8-A37B-3349-91AF-CAE69EFAAB64}"/>
                  </a:ext>
                </a:extLst>
              </p:cNvPr>
              <p:cNvSpPr/>
              <p:nvPr/>
            </p:nvSpPr>
            <p:spPr>
              <a:xfrm rot="5400000">
                <a:off x="1537167" y="1274168"/>
                <a:ext cx="133432" cy="115028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8" name="Triangle 507">
                <a:extLst>
                  <a:ext uri="{FF2B5EF4-FFF2-40B4-BE49-F238E27FC236}">
                    <a16:creationId xmlns:a16="http://schemas.microsoft.com/office/drawing/2014/main" id="{91F17712-F76E-6447-8076-6844436E89C2}"/>
                  </a:ext>
                </a:extLst>
              </p:cNvPr>
              <p:cNvSpPr/>
              <p:nvPr/>
            </p:nvSpPr>
            <p:spPr>
              <a:xfrm rot="5400000">
                <a:off x="425330" y="1274168"/>
                <a:ext cx="133432" cy="115028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09" name="Group 508">
            <a:extLst>
              <a:ext uri="{FF2B5EF4-FFF2-40B4-BE49-F238E27FC236}">
                <a16:creationId xmlns:a16="http://schemas.microsoft.com/office/drawing/2014/main" id="{7D91B2FA-B182-B04D-9F0D-57359DE1AC44}"/>
              </a:ext>
            </a:extLst>
          </p:cNvPr>
          <p:cNvGrpSpPr/>
          <p:nvPr/>
        </p:nvGrpSpPr>
        <p:grpSpPr>
          <a:xfrm>
            <a:off x="-3087379" y="2899280"/>
            <a:ext cx="1307166" cy="184669"/>
            <a:chOff x="1101736" y="2014706"/>
            <a:chExt cx="1395666" cy="369332"/>
          </a:xfrm>
        </p:grpSpPr>
        <p:sp>
          <p:nvSpPr>
            <p:cNvPr id="510" name="Rectangle 509">
              <a:extLst>
                <a:ext uri="{FF2B5EF4-FFF2-40B4-BE49-F238E27FC236}">
                  <a16:creationId xmlns:a16="http://schemas.microsoft.com/office/drawing/2014/main" id="{A69252A0-8B51-EC4A-A5F4-8D69A17E1DD7}"/>
                </a:ext>
              </a:extLst>
            </p:cNvPr>
            <p:cNvSpPr/>
            <p:nvPr/>
          </p:nvSpPr>
          <p:spPr>
            <a:xfrm>
              <a:off x="1101738" y="2014706"/>
              <a:ext cx="1395664" cy="369332"/>
            </a:xfrm>
            <a:prstGeom prst="rect">
              <a:avLst/>
            </a:prstGeom>
            <a:gradFill flip="none" rotWithShape="1">
              <a:gsLst>
                <a:gs pos="25000">
                  <a:schemeClr val="accent1">
                    <a:lumMod val="5000"/>
                    <a:lumOff val="95000"/>
                  </a:schemeClr>
                </a:gs>
                <a:gs pos="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0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1" name="Rectangle 510">
              <a:extLst>
                <a:ext uri="{FF2B5EF4-FFF2-40B4-BE49-F238E27FC236}">
                  <a16:creationId xmlns:a16="http://schemas.microsoft.com/office/drawing/2014/main" id="{A5E182F1-2940-2D4B-B2A3-2A4F4A7E9ECB}"/>
                </a:ext>
              </a:extLst>
            </p:cNvPr>
            <p:cNvSpPr/>
            <p:nvPr/>
          </p:nvSpPr>
          <p:spPr>
            <a:xfrm>
              <a:off x="1101736" y="2060873"/>
              <a:ext cx="1395665" cy="276999"/>
            </a:xfrm>
            <a:prstGeom prst="rect">
              <a:avLst/>
            </a:prstGeom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en-AU" sz="1000" b="1" dirty="0"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QRY REGION 1</a:t>
              </a:r>
              <a:endParaRPr lang="en-US" sz="10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12" name="Group 511">
            <a:extLst>
              <a:ext uri="{FF2B5EF4-FFF2-40B4-BE49-F238E27FC236}">
                <a16:creationId xmlns:a16="http://schemas.microsoft.com/office/drawing/2014/main" id="{CDF7A3F2-F647-B84C-BD4E-FE3C30AF06BA}"/>
              </a:ext>
            </a:extLst>
          </p:cNvPr>
          <p:cNvGrpSpPr/>
          <p:nvPr/>
        </p:nvGrpSpPr>
        <p:grpSpPr>
          <a:xfrm>
            <a:off x="-3087378" y="2629098"/>
            <a:ext cx="1307168" cy="184669"/>
            <a:chOff x="1101736" y="5412423"/>
            <a:chExt cx="1395666" cy="369332"/>
          </a:xfrm>
        </p:grpSpPr>
        <p:sp>
          <p:nvSpPr>
            <p:cNvPr id="513" name="Rectangle 512">
              <a:extLst>
                <a:ext uri="{FF2B5EF4-FFF2-40B4-BE49-F238E27FC236}">
                  <a16:creationId xmlns:a16="http://schemas.microsoft.com/office/drawing/2014/main" id="{27AB18CF-DCE2-6F4A-9E7F-9AD62A87A342}"/>
                </a:ext>
              </a:extLst>
            </p:cNvPr>
            <p:cNvSpPr/>
            <p:nvPr/>
          </p:nvSpPr>
          <p:spPr>
            <a:xfrm>
              <a:off x="1101738" y="5412423"/>
              <a:ext cx="1395664" cy="369332"/>
            </a:xfrm>
            <a:prstGeom prst="rect">
              <a:avLst/>
            </a:prstGeom>
            <a:gradFill flip="none" rotWithShape="1">
              <a:gsLst>
                <a:gs pos="25000">
                  <a:schemeClr val="accent4">
                    <a:lumMod val="5000"/>
                    <a:lumOff val="95000"/>
                  </a:schemeClr>
                </a:gs>
                <a:gs pos="0">
                  <a:schemeClr val="accent4">
                    <a:lumMod val="45000"/>
                    <a:lumOff val="55000"/>
                  </a:schemeClr>
                </a:gs>
                <a:gs pos="83000">
                  <a:schemeClr val="accent4">
                    <a:lumMod val="45000"/>
                    <a:lumOff val="55000"/>
                  </a:schemeClr>
                </a:gs>
                <a:gs pos="100000">
                  <a:schemeClr val="accent4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0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4" name="Rectangle 513">
              <a:extLst>
                <a:ext uri="{FF2B5EF4-FFF2-40B4-BE49-F238E27FC236}">
                  <a16:creationId xmlns:a16="http://schemas.microsoft.com/office/drawing/2014/main" id="{277C96D3-D02F-094A-B4B9-0B05ABBE6D82}"/>
                </a:ext>
              </a:extLst>
            </p:cNvPr>
            <p:cNvSpPr/>
            <p:nvPr/>
          </p:nvSpPr>
          <p:spPr>
            <a:xfrm>
              <a:off x="1101736" y="5458590"/>
              <a:ext cx="1395664" cy="276999"/>
            </a:xfrm>
            <a:prstGeom prst="rect">
              <a:avLst/>
            </a:prstGeom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en-AU" sz="1000" b="1" dirty="0"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HIT REGION 2</a:t>
              </a:r>
              <a:endParaRPr lang="en-US" sz="10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15" name="Group 514">
            <a:extLst>
              <a:ext uri="{FF2B5EF4-FFF2-40B4-BE49-F238E27FC236}">
                <a16:creationId xmlns:a16="http://schemas.microsoft.com/office/drawing/2014/main" id="{CC23BA02-B446-F547-B751-039228B05483}"/>
              </a:ext>
            </a:extLst>
          </p:cNvPr>
          <p:cNvGrpSpPr/>
          <p:nvPr/>
        </p:nvGrpSpPr>
        <p:grpSpPr>
          <a:xfrm>
            <a:off x="-3087379" y="3471539"/>
            <a:ext cx="1307162" cy="184669"/>
            <a:chOff x="1101736" y="7394745"/>
            <a:chExt cx="1395666" cy="369332"/>
          </a:xfrm>
        </p:grpSpPr>
        <p:sp>
          <p:nvSpPr>
            <p:cNvPr id="516" name="Rectangle 515">
              <a:extLst>
                <a:ext uri="{FF2B5EF4-FFF2-40B4-BE49-F238E27FC236}">
                  <a16:creationId xmlns:a16="http://schemas.microsoft.com/office/drawing/2014/main" id="{2EFE66EF-FD2F-3841-9198-E0D4CABAC482}"/>
                </a:ext>
              </a:extLst>
            </p:cNvPr>
            <p:cNvSpPr/>
            <p:nvPr/>
          </p:nvSpPr>
          <p:spPr>
            <a:xfrm>
              <a:off x="1101738" y="7394745"/>
              <a:ext cx="1395664" cy="369332"/>
            </a:xfrm>
            <a:prstGeom prst="rect">
              <a:avLst/>
            </a:prstGeom>
            <a:gradFill flip="none" rotWithShape="1">
              <a:gsLst>
                <a:gs pos="25000">
                  <a:schemeClr val="accent6">
                    <a:lumMod val="5000"/>
                    <a:lumOff val="95000"/>
                  </a:schemeClr>
                </a:gs>
                <a:gs pos="0">
                  <a:schemeClr val="accent6">
                    <a:lumMod val="45000"/>
                    <a:lumOff val="55000"/>
                  </a:schemeClr>
                </a:gs>
                <a:gs pos="83000">
                  <a:schemeClr val="accent6">
                    <a:lumMod val="45000"/>
                    <a:lumOff val="55000"/>
                  </a:schemeClr>
                </a:gs>
                <a:gs pos="100000">
                  <a:schemeClr val="accent6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0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7" name="Rectangle 516">
              <a:extLst>
                <a:ext uri="{FF2B5EF4-FFF2-40B4-BE49-F238E27FC236}">
                  <a16:creationId xmlns:a16="http://schemas.microsoft.com/office/drawing/2014/main" id="{C8E9E9A9-1BD3-D448-8D94-696073CC80F8}"/>
                </a:ext>
              </a:extLst>
            </p:cNvPr>
            <p:cNvSpPr/>
            <p:nvPr/>
          </p:nvSpPr>
          <p:spPr>
            <a:xfrm>
              <a:off x="1101736" y="7440912"/>
              <a:ext cx="1395664" cy="276999"/>
            </a:xfrm>
            <a:prstGeom prst="rect">
              <a:avLst/>
            </a:prstGeom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en-AU" sz="1000" b="1" dirty="0"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QRY REGION 2</a:t>
              </a:r>
              <a:endParaRPr lang="en-US" sz="10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18" name="Group 517">
            <a:extLst>
              <a:ext uri="{FF2B5EF4-FFF2-40B4-BE49-F238E27FC236}">
                <a16:creationId xmlns:a16="http://schemas.microsoft.com/office/drawing/2014/main" id="{58F9317F-8C30-FA4F-97A9-196CD8246003}"/>
              </a:ext>
            </a:extLst>
          </p:cNvPr>
          <p:cNvGrpSpPr/>
          <p:nvPr/>
        </p:nvGrpSpPr>
        <p:grpSpPr>
          <a:xfrm>
            <a:off x="-3087379" y="3169462"/>
            <a:ext cx="1307164" cy="184669"/>
            <a:chOff x="1101736" y="2950206"/>
            <a:chExt cx="1395666" cy="369332"/>
          </a:xfrm>
        </p:grpSpPr>
        <p:sp>
          <p:nvSpPr>
            <p:cNvPr id="519" name="Rectangle 518">
              <a:extLst>
                <a:ext uri="{FF2B5EF4-FFF2-40B4-BE49-F238E27FC236}">
                  <a16:creationId xmlns:a16="http://schemas.microsoft.com/office/drawing/2014/main" id="{4726368D-9E5B-CF43-94BC-C6D8EC999DAA}"/>
                </a:ext>
              </a:extLst>
            </p:cNvPr>
            <p:cNvSpPr/>
            <p:nvPr/>
          </p:nvSpPr>
          <p:spPr>
            <a:xfrm>
              <a:off x="1101738" y="2950206"/>
              <a:ext cx="1395664" cy="369332"/>
            </a:xfrm>
            <a:prstGeom prst="rect">
              <a:avLst/>
            </a:prstGeom>
            <a:gradFill flip="none" rotWithShape="1">
              <a:gsLst>
                <a:gs pos="25000">
                  <a:schemeClr val="accent2">
                    <a:lumMod val="5000"/>
                    <a:lumOff val="95000"/>
                  </a:schemeClr>
                </a:gs>
                <a:gs pos="0">
                  <a:schemeClr val="accent2">
                    <a:lumMod val="45000"/>
                    <a:lumOff val="55000"/>
                  </a:schemeClr>
                </a:gs>
                <a:gs pos="83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0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0" name="Rectangle 519">
              <a:extLst>
                <a:ext uri="{FF2B5EF4-FFF2-40B4-BE49-F238E27FC236}">
                  <a16:creationId xmlns:a16="http://schemas.microsoft.com/office/drawing/2014/main" id="{18D09EF2-91AE-2142-AF18-C8520194BF1F}"/>
                </a:ext>
              </a:extLst>
            </p:cNvPr>
            <p:cNvSpPr/>
            <p:nvPr/>
          </p:nvSpPr>
          <p:spPr>
            <a:xfrm>
              <a:off x="1101736" y="2996373"/>
              <a:ext cx="1395664" cy="276999"/>
            </a:xfrm>
            <a:prstGeom prst="rect">
              <a:avLst/>
            </a:prstGeom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en-AU" sz="1000" b="1" dirty="0"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HIT REGION 1</a:t>
              </a:r>
              <a:endParaRPr lang="en-US" sz="10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21" name="Group 520">
            <a:extLst>
              <a:ext uri="{FF2B5EF4-FFF2-40B4-BE49-F238E27FC236}">
                <a16:creationId xmlns:a16="http://schemas.microsoft.com/office/drawing/2014/main" id="{384B5646-6040-4F4D-BD92-0E17106C1F51}"/>
              </a:ext>
            </a:extLst>
          </p:cNvPr>
          <p:cNvGrpSpPr/>
          <p:nvPr/>
        </p:nvGrpSpPr>
        <p:grpSpPr>
          <a:xfrm flipH="1">
            <a:off x="-3048896" y="2924898"/>
            <a:ext cx="1226865" cy="133432"/>
            <a:chOff x="434532" y="1264966"/>
            <a:chExt cx="1226865" cy="133432"/>
          </a:xfrm>
        </p:grpSpPr>
        <p:sp>
          <p:nvSpPr>
            <p:cNvPr id="522" name="Triangle 521">
              <a:extLst>
                <a:ext uri="{FF2B5EF4-FFF2-40B4-BE49-F238E27FC236}">
                  <a16:creationId xmlns:a16="http://schemas.microsoft.com/office/drawing/2014/main" id="{B01CDC58-56EB-AD48-9110-79239BA76FFF}"/>
                </a:ext>
              </a:extLst>
            </p:cNvPr>
            <p:cNvSpPr/>
            <p:nvPr/>
          </p:nvSpPr>
          <p:spPr>
            <a:xfrm rot="5400000">
              <a:off x="1537167" y="1274168"/>
              <a:ext cx="133432" cy="115028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3" name="Triangle 522">
              <a:extLst>
                <a:ext uri="{FF2B5EF4-FFF2-40B4-BE49-F238E27FC236}">
                  <a16:creationId xmlns:a16="http://schemas.microsoft.com/office/drawing/2014/main" id="{A8720F56-5E71-FD4E-B37A-7D65C4E1CA91}"/>
                </a:ext>
              </a:extLst>
            </p:cNvPr>
            <p:cNvSpPr/>
            <p:nvPr/>
          </p:nvSpPr>
          <p:spPr>
            <a:xfrm rot="5400000">
              <a:off x="425330" y="1274168"/>
              <a:ext cx="133432" cy="115028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4" name="Group 523">
            <a:extLst>
              <a:ext uri="{FF2B5EF4-FFF2-40B4-BE49-F238E27FC236}">
                <a16:creationId xmlns:a16="http://schemas.microsoft.com/office/drawing/2014/main" id="{1BC825AA-DCF6-1141-9439-92925B5355F5}"/>
              </a:ext>
            </a:extLst>
          </p:cNvPr>
          <p:cNvGrpSpPr/>
          <p:nvPr/>
        </p:nvGrpSpPr>
        <p:grpSpPr>
          <a:xfrm flipH="1">
            <a:off x="-3048896" y="2654110"/>
            <a:ext cx="1226865" cy="133432"/>
            <a:chOff x="434532" y="1264966"/>
            <a:chExt cx="1226865" cy="133432"/>
          </a:xfrm>
        </p:grpSpPr>
        <p:sp>
          <p:nvSpPr>
            <p:cNvPr id="525" name="Triangle 524">
              <a:extLst>
                <a:ext uri="{FF2B5EF4-FFF2-40B4-BE49-F238E27FC236}">
                  <a16:creationId xmlns:a16="http://schemas.microsoft.com/office/drawing/2014/main" id="{B9487C33-BE06-A545-950A-BF7163C12FEA}"/>
                </a:ext>
              </a:extLst>
            </p:cNvPr>
            <p:cNvSpPr/>
            <p:nvPr/>
          </p:nvSpPr>
          <p:spPr>
            <a:xfrm rot="5400000">
              <a:off x="1537167" y="1274168"/>
              <a:ext cx="133432" cy="115028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6" name="Triangle 525">
              <a:extLst>
                <a:ext uri="{FF2B5EF4-FFF2-40B4-BE49-F238E27FC236}">
                  <a16:creationId xmlns:a16="http://schemas.microsoft.com/office/drawing/2014/main" id="{E68EC471-9DFD-D94D-86B2-CD39930EB8D0}"/>
                </a:ext>
              </a:extLst>
            </p:cNvPr>
            <p:cNvSpPr/>
            <p:nvPr/>
          </p:nvSpPr>
          <p:spPr>
            <a:xfrm rot="5400000">
              <a:off x="425330" y="1274168"/>
              <a:ext cx="133432" cy="115028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7" name="Group 526">
            <a:extLst>
              <a:ext uri="{FF2B5EF4-FFF2-40B4-BE49-F238E27FC236}">
                <a16:creationId xmlns:a16="http://schemas.microsoft.com/office/drawing/2014/main" id="{FD6000C9-9576-3441-ADFA-75789F4AD19B}"/>
              </a:ext>
            </a:extLst>
          </p:cNvPr>
          <p:cNvGrpSpPr/>
          <p:nvPr/>
        </p:nvGrpSpPr>
        <p:grpSpPr>
          <a:xfrm flipH="1">
            <a:off x="-3048896" y="3195686"/>
            <a:ext cx="1226865" cy="133432"/>
            <a:chOff x="434532" y="1264966"/>
            <a:chExt cx="1226865" cy="133432"/>
          </a:xfrm>
        </p:grpSpPr>
        <p:sp>
          <p:nvSpPr>
            <p:cNvPr id="528" name="Triangle 527">
              <a:extLst>
                <a:ext uri="{FF2B5EF4-FFF2-40B4-BE49-F238E27FC236}">
                  <a16:creationId xmlns:a16="http://schemas.microsoft.com/office/drawing/2014/main" id="{257E28EC-6C44-844B-A41C-924C9B90A9E1}"/>
                </a:ext>
              </a:extLst>
            </p:cNvPr>
            <p:cNvSpPr/>
            <p:nvPr/>
          </p:nvSpPr>
          <p:spPr>
            <a:xfrm rot="5400000">
              <a:off x="1537167" y="1274168"/>
              <a:ext cx="133432" cy="115028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9" name="Triangle 528">
              <a:extLst>
                <a:ext uri="{FF2B5EF4-FFF2-40B4-BE49-F238E27FC236}">
                  <a16:creationId xmlns:a16="http://schemas.microsoft.com/office/drawing/2014/main" id="{71229EDD-A779-D345-B1E9-B98B7DE2D784}"/>
                </a:ext>
              </a:extLst>
            </p:cNvPr>
            <p:cNvSpPr/>
            <p:nvPr/>
          </p:nvSpPr>
          <p:spPr>
            <a:xfrm rot="5400000">
              <a:off x="425330" y="1274168"/>
              <a:ext cx="133432" cy="115028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0" name="Group 529">
            <a:extLst>
              <a:ext uri="{FF2B5EF4-FFF2-40B4-BE49-F238E27FC236}">
                <a16:creationId xmlns:a16="http://schemas.microsoft.com/office/drawing/2014/main" id="{EA34922F-5F81-1A42-AC6B-65AB2E014079}"/>
              </a:ext>
            </a:extLst>
          </p:cNvPr>
          <p:cNvGrpSpPr/>
          <p:nvPr/>
        </p:nvGrpSpPr>
        <p:grpSpPr>
          <a:xfrm flipH="1">
            <a:off x="-3048896" y="3493945"/>
            <a:ext cx="1226865" cy="133432"/>
            <a:chOff x="434532" y="1264966"/>
            <a:chExt cx="1226865" cy="133432"/>
          </a:xfrm>
        </p:grpSpPr>
        <p:sp>
          <p:nvSpPr>
            <p:cNvPr id="531" name="Triangle 530">
              <a:extLst>
                <a:ext uri="{FF2B5EF4-FFF2-40B4-BE49-F238E27FC236}">
                  <a16:creationId xmlns:a16="http://schemas.microsoft.com/office/drawing/2014/main" id="{9F3DE4DD-81BE-D344-A004-88BC5919EF64}"/>
                </a:ext>
              </a:extLst>
            </p:cNvPr>
            <p:cNvSpPr/>
            <p:nvPr/>
          </p:nvSpPr>
          <p:spPr>
            <a:xfrm rot="5400000">
              <a:off x="1537167" y="1274168"/>
              <a:ext cx="133432" cy="115028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2" name="Triangle 531">
              <a:extLst>
                <a:ext uri="{FF2B5EF4-FFF2-40B4-BE49-F238E27FC236}">
                  <a16:creationId xmlns:a16="http://schemas.microsoft.com/office/drawing/2014/main" id="{15059EA9-2BE2-7345-9778-EB413FC2F8F5}"/>
                </a:ext>
              </a:extLst>
            </p:cNvPr>
            <p:cNvSpPr/>
            <p:nvPr/>
          </p:nvSpPr>
          <p:spPr>
            <a:xfrm rot="5400000">
              <a:off x="425330" y="1274168"/>
              <a:ext cx="133432" cy="115028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34" name="Rounded Rectangle 533">
            <a:extLst>
              <a:ext uri="{FF2B5EF4-FFF2-40B4-BE49-F238E27FC236}">
                <a16:creationId xmlns:a16="http://schemas.microsoft.com/office/drawing/2014/main" id="{A57D72A9-4DC0-A74E-92AF-CB42D3A7F2F2}"/>
              </a:ext>
            </a:extLst>
          </p:cNvPr>
          <p:cNvSpPr/>
          <p:nvPr/>
        </p:nvSpPr>
        <p:spPr>
          <a:xfrm>
            <a:off x="73997" y="4205028"/>
            <a:ext cx="685271" cy="18153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SYN</a:t>
            </a:r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5F9406F1-1ABE-2844-BBD5-FF17AB54BD60}"/>
              </a:ext>
            </a:extLst>
          </p:cNvPr>
          <p:cNvSpPr/>
          <p:nvPr/>
        </p:nvSpPr>
        <p:spPr>
          <a:xfrm>
            <a:off x="827314" y="4212186"/>
            <a:ext cx="6057070" cy="165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`Syntenic` = Difference between positive `</a:t>
            </a:r>
            <a:r>
              <a:rPr lang="en-AU" sz="10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SynSpan</a:t>
            </a: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` and `</a:t>
            </a:r>
            <a:r>
              <a:rPr lang="en-AU" sz="10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GapSpan</a:t>
            </a: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` is `</a:t>
            </a:r>
            <a:r>
              <a:rPr lang="en-AU" sz="10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maxsynspan</a:t>
            </a: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=INT` or less (default 25 kb).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36" name="Rounded Rectangle 535">
            <a:extLst>
              <a:ext uri="{FF2B5EF4-FFF2-40B4-BE49-F238E27FC236}">
                <a16:creationId xmlns:a16="http://schemas.microsoft.com/office/drawing/2014/main" id="{B5CD92EB-E8A1-8844-8F22-9ADE550688E4}"/>
              </a:ext>
            </a:extLst>
          </p:cNvPr>
          <p:cNvSpPr/>
          <p:nvPr/>
        </p:nvSpPr>
        <p:spPr>
          <a:xfrm>
            <a:off x="73997" y="4433628"/>
            <a:ext cx="685271" cy="18153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INS</a:t>
            </a:r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96A606BF-730C-5248-935A-9311CECD51AC}"/>
              </a:ext>
            </a:extLst>
          </p:cNvPr>
          <p:cNvSpPr/>
          <p:nvPr/>
        </p:nvSpPr>
        <p:spPr>
          <a:xfrm>
            <a:off x="827314" y="4440786"/>
            <a:ext cx="6057070" cy="3427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`Insertion` = Achieved `Syntenic` rating by skipping </a:t>
            </a:r>
            <a:r>
              <a:rPr lang="en-AU" sz="10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upto</a:t>
            </a: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 `</a:t>
            </a:r>
            <a:r>
              <a:rPr lang="en-AU" sz="10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maxsynskip</a:t>
            </a: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=INT` local alignments and max `</a:t>
            </a:r>
            <a:r>
              <a:rPr lang="en-AU" sz="10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maxsynspan</a:t>
            </a: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=INT` bp in both </a:t>
            </a:r>
            <a:r>
              <a:rPr lang="en-AU" sz="10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Qry</a:t>
            </a: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 and Hit.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731A83CB-3703-124C-9613-C21F308A3637}"/>
              </a:ext>
            </a:extLst>
          </p:cNvPr>
          <p:cNvSpPr/>
          <p:nvPr/>
        </p:nvSpPr>
        <p:spPr>
          <a:xfrm>
            <a:off x="827314" y="5001400"/>
            <a:ext cx="6057070" cy="165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`Breakpoint` = Difference between positive `</a:t>
            </a:r>
            <a:r>
              <a:rPr lang="en-AU" sz="10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SynSpan</a:t>
            </a: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` and `</a:t>
            </a:r>
            <a:r>
              <a:rPr lang="en-AU" sz="10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GapSpan</a:t>
            </a: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` is bigger than the `</a:t>
            </a:r>
            <a:r>
              <a:rPr lang="en-AU" sz="10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maxsynspan</a:t>
            </a: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=INT` distance.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79F41CFB-97CB-AE4A-A6EE-F125A4F7C7C0}"/>
              </a:ext>
            </a:extLst>
          </p:cNvPr>
          <p:cNvSpPr/>
          <p:nvPr/>
        </p:nvSpPr>
        <p:spPr>
          <a:xfrm>
            <a:off x="827314" y="5327972"/>
            <a:ext cx="6057070" cy="165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`Duplication` = Overlapping flanking hits on the same strand.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40" name="Rounded Rectangle 539">
            <a:extLst>
              <a:ext uri="{FF2B5EF4-FFF2-40B4-BE49-F238E27FC236}">
                <a16:creationId xmlns:a16="http://schemas.microsoft.com/office/drawing/2014/main" id="{98684FCB-A52B-354F-B774-F139C34077A0}"/>
              </a:ext>
            </a:extLst>
          </p:cNvPr>
          <p:cNvSpPr/>
          <p:nvPr/>
        </p:nvSpPr>
        <p:spPr>
          <a:xfrm>
            <a:off x="75657" y="5660092"/>
            <a:ext cx="680899" cy="181535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INV</a:t>
            </a:r>
          </a:p>
        </p:txBody>
      </p:sp>
      <p:sp>
        <p:nvSpPr>
          <p:cNvPr id="541" name="Rectangle 540">
            <a:extLst>
              <a:ext uri="{FF2B5EF4-FFF2-40B4-BE49-F238E27FC236}">
                <a16:creationId xmlns:a16="http://schemas.microsoft.com/office/drawing/2014/main" id="{6A9A5AA7-57C0-2B42-889C-8471CBEB4007}"/>
              </a:ext>
            </a:extLst>
          </p:cNvPr>
          <p:cNvSpPr/>
          <p:nvPr/>
        </p:nvSpPr>
        <p:spPr>
          <a:xfrm>
            <a:off x="827314" y="5676314"/>
            <a:ext cx="6057070" cy="165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`Inversion` = Flanking hits are on alternative strands.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42" name="Rounded Rectangle 541">
            <a:extLst>
              <a:ext uri="{FF2B5EF4-FFF2-40B4-BE49-F238E27FC236}">
                <a16:creationId xmlns:a16="http://schemas.microsoft.com/office/drawing/2014/main" id="{297A1CBE-C722-D94C-90BC-EA58A20AA4F1}"/>
              </a:ext>
            </a:extLst>
          </p:cNvPr>
          <p:cNvSpPr/>
          <p:nvPr/>
        </p:nvSpPr>
        <p:spPr>
          <a:xfrm>
            <a:off x="75657" y="5910464"/>
            <a:ext cx="680899" cy="181535"/>
          </a:xfrm>
          <a:prstGeom prst="roundRect">
            <a:avLst>
              <a:gd name="adj" fmla="val 50000"/>
            </a:avLst>
          </a:prstGeom>
          <a:solidFill>
            <a:srgbClr val="FFBFD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TRAN</a:t>
            </a:r>
          </a:p>
        </p:txBody>
      </p:sp>
      <p:sp>
        <p:nvSpPr>
          <p:cNvPr id="543" name="Rectangle 542">
            <a:extLst>
              <a:ext uri="{FF2B5EF4-FFF2-40B4-BE49-F238E27FC236}">
                <a16:creationId xmlns:a16="http://schemas.microsoft.com/office/drawing/2014/main" id="{E44E2176-4270-6F45-87E0-E963419A1015}"/>
              </a:ext>
            </a:extLst>
          </p:cNvPr>
          <p:cNvSpPr/>
          <p:nvPr/>
        </p:nvSpPr>
        <p:spPr>
          <a:xfrm>
            <a:off x="827314" y="5926686"/>
            <a:ext cx="6057070" cy="165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`Translocation` = `</a:t>
            </a:r>
            <a:r>
              <a:rPr lang="en-AU" sz="10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SynSpan</a:t>
            </a: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` indicates matches are on different scaffolds.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44" name="Rounded Rectangle 543">
            <a:extLst>
              <a:ext uri="{FF2B5EF4-FFF2-40B4-BE49-F238E27FC236}">
                <a16:creationId xmlns:a16="http://schemas.microsoft.com/office/drawing/2014/main" id="{731B716E-EDC6-2549-A669-8A19B75116CD}"/>
              </a:ext>
            </a:extLst>
          </p:cNvPr>
          <p:cNvSpPr/>
          <p:nvPr/>
        </p:nvSpPr>
        <p:spPr>
          <a:xfrm>
            <a:off x="75657" y="6215264"/>
            <a:ext cx="680899" cy="181535"/>
          </a:xfrm>
          <a:prstGeom prst="roundRect">
            <a:avLst>
              <a:gd name="adj" fmla="val 50000"/>
            </a:avLst>
          </a:prstGeom>
          <a:solidFill>
            <a:srgbClr val="FFBFD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FRAG</a:t>
            </a:r>
          </a:p>
        </p:txBody>
      </p:sp>
      <p:sp>
        <p:nvSpPr>
          <p:cNvPr id="545" name="Rectangle 544">
            <a:extLst>
              <a:ext uri="{FF2B5EF4-FFF2-40B4-BE49-F238E27FC236}">
                <a16:creationId xmlns:a16="http://schemas.microsoft.com/office/drawing/2014/main" id="{FB5BAF9F-B978-0048-B312-A033B47B0374}"/>
              </a:ext>
            </a:extLst>
          </p:cNvPr>
          <p:cNvSpPr/>
          <p:nvPr/>
        </p:nvSpPr>
        <p:spPr>
          <a:xfrm>
            <a:off x="827314" y="6231486"/>
            <a:ext cx="6057070" cy="165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`Fragmentation` = `</a:t>
            </a:r>
            <a:r>
              <a:rPr lang="en-AU" sz="10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SynSpan</a:t>
            </a: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` indicates matches are on different contigs, 1+ of which is not a chromosome scaffold.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46" name="Rounded Rectangle 545">
            <a:extLst>
              <a:ext uri="{FF2B5EF4-FFF2-40B4-BE49-F238E27FC236}">
                <a16:creationId xmlns:a16="http://schemas.microsoft.com/office/drawing/2014/main" id="{D36A4BE5-4E3A-A049-9315-3BEB02B1FEA3}"/>
              </a:ext>
            </a:extLst>
          </p:cNvPr>
          <p:cNvSpPr/>
          <p:nvPr/>
        </p:nvSpPr>
        <p:spPr>
          <a:xfrm>
            <a:off x="73997" y="6621657"/>
            <a:ext cx="685271" cy="18153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TERM</a:t>
            </a:r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1552AACC-A9F2-3944-B36C-353D5E0A8261}"/>
              </a:ext>
            </a:extLst>
          </p:cNvPr>
          <p:cNvSpPr/>
          <p:nvPr/>
        </p:nvSpPr>
        <p:spPr>
          <a:xfrm>
            <a:off x="827314" y="6628815"/>
            <a:ext cx="6057070" cy="165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`Terminal` = Gap is between a local alignment and the end of the query sequence.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48" name="Rounded Rectangle 547">
            <a:extLst>
              <a:ext uri="{FF2B5EF4-FFF2-40B4-BE49-F238E27FC236}">
                <a16:creationId xmlns:a16="http://schemas.microsoft.com/office/drawing/2014/main" id="{C8AC6896-B41D-6048-8A25-AFDCBBDA6B51}"/>
              </a:ext>
            </a:extLst>
          </p:cNvPr>
          <p:cNvSpPr/>
          <p:nvPr/>
        </p:nvSpPr>
        <p:spPr>
          <a:xfrm>
            <a:off x="73997" y="7002657"/>
            <a:ext cx="685271" cy="18153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SPAN</a:t>
            </a:r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4F6BC96E-C28E-5046-BC6A-8357798C2099}"/>
              </a:ext>
            </a:extLst>
          </p:cNvPr>
          <p:cNvSpPr/>
          <p:nvPr/>
        </p:nvSpPr>
        <p:spPr>
          <a:xfrm>
            <a:off x="827314" y="7009815"/>
            <a:ext cx="6057070" cy="165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`Spanned` = Any gaps without Aligned or Syntenic rating that are spanned by at least `</a:t>
            </a:r>
            <a:r>
              <a:rPr lang="en-AU" sz="10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synreadspan</a:t>
            </a: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=INT` reads.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50" name="Rounded Rectangle 549">
            <a:extLst>
              <a:ext uri="{FF2B5EF4-FFF2-40B4-BE49-F238E27FC236}">
                <a16:creationId xmlns:a16="http://schemas.microsoft.com/office/drawing/2014/main" id="{CF92A17D-57C8-864B-96BE-46F7053A7EFA}"/>
              </a:ext>
            </a:extLst>
          </p:cNvPr>
          <p:cNvSpPr/>
          <p:nvPr/>
        </p:nvSpPr>
        <p:spPr>
          <a:xfrm>
            <a:off x="73997" y="7323786"/>
            <a:ext cx="685271" cy="181535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NULL</a:t>
            </a:r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A9E7C6FC-A332-1A48-AAAA-17831FA2177A}"/>
              </a:ext>
            </a:extLst>
          </p:cNvPr>
          <p:cNvSpPr/>
          <p:nvPr/>
        </p:nvSpPr>
        <p:spPr>
          <a:xfrm>
            <a:off x="827314" y="7330944"/>
            <a:ext cx="6057070" cy="165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No mapping between genomes for that gap.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52" name="Rectangle 551">
            <a:extLst>
              <a:ext uri="{FF2B5EF4-FFF2-40B4-BE49-F238E27FC236}">
                <a16:creationId xmlns:a16="http://schemas.microsoft.com/office/drawing/2014/main" id="{BB2492AE-8CF6-584D-8E3E-9FA95DED51FE}"/>
              </a:ext>
            </a:extLst>
          </p:cNvPr>
          <p:cNvSpPr/>
          <p:nvPr/>
        </p:nvSpPr>
        <p:spPr>
          <a:xfrm>
            <a:off x="827314" y="7809915"/>
            <a:ext cx="6057070" cy="165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`Divergence` = Translocation or Breakpoint gap with flanking collinear hits.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53" name="Rounded Rectangle 552">
            <a:extLst>
              <a:ext uri="{FF2B5EF4-FFF2-40B4-BE49-F238E27FC236}">
                <a16:creationId xmlns:a16="http://schemas.microsoft.com/office/drawing/2014/main" id="{C4C4CF58-576F-3B4C-8E4B-13029993926B}"/>
              </a:ext>
            </a:extLst>
          </p:cNvPr>
          <p:cNvSpPr/>
          <p:nvPr/>
        </p:nvSpPr>
        <p:spPr>
          <a:xfrm>
            <a:off x="75657" y="8103934"/>
            <a:ext cx="680899" cy="181535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INVBRK</a:t>
            </a:r>
          </a:p>
        </p:txBody>
      </p:sp>
      <p:sp>
        <p:nvSpPr>
          <p:cNvPr id="554" name="Rectangle 553">
            <a:extLst>
              <a:ext uri="{FF2B5EF4-FFF2-40B4-BE49-F238E27FC236}">
                <a16:creationId xmlns:a16="http://schemas.microsoft.com/office/drawing/2014/main" id="{D2C7CEDB-DDDB-674C-90A1-341E93924FF1}"/>
              </a:ext>
            </a:extLst>
          </p:cNvPr>
          <p:cNvSpPr/>
          <p:nvPr/>
        </p:nvSpPr>
        <p:spPr>
          <a:xfrm>
            <a:off x="827314" y="8120156"/>
            <a:ext cx="6057070" cy="165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`Inversion Breakpoint` = Reclassified Inversion that appears to be out of place.',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55" name="Rounded Rectangle 554">
            <a:extLst>
              <a:ext uri="{FF2B5EF4-FFF2-40B4-BE49-F238E27FC236}">
                <a16:creationId xmlns:a16="http://schemas.microsoft.com/office/drawing/2014/main" id="{16C5EBAD-E6FF-5E43-B752-C23E15DB10E1}"/>
              </a:ext>
            </a:extLst>
          </p:cNvPr>
          <p:cNvSpPr/>
          <p:nvPr/>
        </p:nvSpPr>
        <p:spPr>
          <a:xfrm>
            <a:off x="65048" y="8421666"/>
            <a:ext cx="692143" cy="181535"/>
          </a:xfrm>
          <a:prstGeom prst="roundRect">
            <a:avLst>
              <a:gd name="adj" fmla="val 50000"/>
            </a:avLst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INVFIX</a:t>
            </a:r>
          </a:p>
        </p:txBody>
      </p:sp>
      <p:sp>
        <p:nvSpPr>
          <p:cNvPr id="556" name="Rectangle 555">
            <a:extLst>
              <a:ext uri="{FF2B5EF4-FFF2-40B4-BE49-F238E27FC236}">
                <a16:creationId xmlns:a16="http://schemas.microsoft.com/office/drawing/2014/main" id="{11BD37C3-AC7D-4D42-A78A-DA718C072197}"/>
              </a:ext>
            </a:extLst>
          </p:cNvPr>
          <p:cNvSpPr/>
          <p:nvPr/>
        </p:nvSpPr>
        <p:spPr>
          <a:xfrm>
            <a:off x="827314" y="8430400"/>
            <a:ext cx="6057070" cy="165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`Fixed Inversion` = Inversion that becomes collinear when inverted. (See `*.</a:t>
            </a:r>
            <a:r>
              <a:rPr lang="en-AU" sz="10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corrections.tdt</a:t>
            </a: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`)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57" name="Rounded Rectangle 556">
            <a:extLst>
              <a:ext uri="{FF2B5EF4-FFF2-40B4-BE49-F238E27FC236}">
                <a16:creationId xmlns:a16="http://schemas.microsoft.com/office/drawing/2014/main" id="{2D18E269-7C74-5948-9C48-48FB657ED8D3}"/>
              </a:ext>
            </a:extLst>
          </p:cNvPr>
          <p:cNvSpPr/>
          <p:nvPr/>
        </p:nvSpPr>
        <p:spPr>
          <a:xfrm>
            <a:off x="75657" y="8724420"/>
            <a:ext cx="680899" cy="181535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INVDUPFIX</a:t>
            </a:r>
          </a:p>
        </p:txBody>
      </p:sp>
      <p:sp>
        <p:nvSpPr>
          <p:cNvPr id="558" name="Rectangle 557">
            <a:extLst>
              <a:ext uri="{FF2B5EF4-FFF2-40B4-BE49-F238E27FC236}">
                <a16:creationId xmlns:a16="http://schemas.microsoft.com/office/drawing/2014/main" id="{26F8E354-5B6A-0444-B686-1A9B1D4E4CAD}"/>
              </a:ext>
            </a:extLst>
          </p:cNvPr>
          <p:cNvSpPr/>
          <p:nvPr/>
        </p:nvSpPr>
        <p:spPr>
          <a:xfrm>
            <a:off x="827314" y="8740642"/>
            <a:ext cx="6057070" cy="165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`Inversion Breakpoint` = Reclassified Inversion that appears to be out of place.',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59" name="Rounded Rectangle 558">
            <a:extLst>
              <a:ext uri="{FF2B5EF4-FFF2-40B4-BE49-F238E27FC236}">
                <a16:creationId xmlns:a16="http://schemas.microsoft.com/office/drawing/2014/main" id="{A80BC67E-FDC6-F842-83DD-4E301EA698AF}"/>
              </a:ext>
            </a:extLst>
          </p:cNvPr>
          <p:cNvSpPr/>
          <p:nvPr/>
        </p:nvSpPr>
        <p:spPr>
          <a:xfrm>
            <a:off x="65048" y="9031266"/>
            <a:ext cx="692143" cy="181535"/>
          </a:xfrm>
          <a:prstGeom prst="roundRect">
            <a:avLst>
              <a:gd name="adj" fmla="val 50000"/>
            </a:avLst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LONG</a:t>
            </a:r>
          </a:p>
        </p:txBody>
      </p:sp>
      <p:sp>
        <p:nvSpPr>
          <p:cNvPr id="560" name="Rectangle 559">
            <a:extLst>
              <a:ext uri="{FF2B5EF4-FFF2-40B4-BE49-F238E27FC236}">
                <a16:creationId xmlns:a16="http://schemas.microsoft.com/office/drawing/2014/main" id="{2C471D53-BDE8-5841-A535-BAEE2C967EF5}"/>
              </a:ext>
            </a:extLst>
          </p:cNvPr>
          <p:cNvSpPr/>
          <p:nvPr/>
        </p:nvSpPr>
        <p:spPr>
          <a:xfrm>
            <a:off x="827314" y="9040000"/>
            <a:ext cx="6057070" cy="3427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`Long Syntenic` = Gap flanked by collinear </a:t>
            </a:r>
            <a:r>
              <a:rPr lang="en-AU" sz="10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Qry</a:t>
            </a: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/Hit pairs but distance is greater than `</a:t>
            </a:r>
            <a:r>
              <a:rPr lang="en-AU" sz="10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maxsynspan</a:t>
            </a: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=INT`  (default 25 kb).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61" name="Rectangle 560">
            <a:extLst>
              <a:ext uri="{FF2B5EF4-FFF2-40B4-BE49-F238E27FC236}">
                <a16:creationId xmlns:a16="http://schemas.microsoft.com/office/drawing/2014/main" id="{40B1411E-E74D-2945-8870-F8109EB6BDAA}"/>
              </a:ext>
            </a:extLst>
          </p:cNvPr>
          <p:cNvSpPr/>
          <p:nvPr/>
        </p:nvSpPr>
        <p:spPr>
          <a:xfrm>
            <a:off x="73997" y="68258"/>
            <a:ext cx="1446828" cy="138502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r>
              <a:rPr lang="en-AU" sz="1050" b="1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SynBad</a:t>
            </a:r>
            <a:r>
              <a:rPr lang="en-AU" sz="105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Gap Assessment </a:t>
            </a:r>
            <a:endParaRPr lang="en-US" sz="1050" b="1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62" name="Group 561">
            <a:extLst>
              <a:ext uri="{FF2B5EF4-FFF2-40B4-BE49-F238E27FC236}">
                <a16:creationId xmlns:a16="http://schemas.microsoft.com/office/drawing/2014/main" id="{D5053698-E79E-B44C-BA5E-E675B7B38D46}"/>
              </a:ext>
            </a:extLst>
          </p:cNvPr>
          <p:cNvGrpSpPr/>
          <p:nvPr/>
        </p:nvGrpSpPr>
        <p:grpSpPr>
          <a:xfrm>
            <a:off x="1572962" y="1051438"/>
            <a:ext cx="1307166" cy="184669"/>
            <a:chOff x="-1478805" y="2754106"/>
            <a:chExt cx="1307166" cy="184669"/>
          </a:xfrm>
        </p:grpSpPr>
        <p:grpSp>
          <p:nvGrpSpPr>
            <p:cNvPr id="563" name="Group 562">
              <a:extLst>
                <a:ext uri="{FF2B5EF4-FFF2-40B4-BE49-F238E27FC236}">
                  <a16:creationId xmlns:a16="http://schemas.microsoft.com/office/drawing/2014/main" id="{1E66F625-790A-C941-A539-3543593FEDB3}"/>
                </a:ext>
              </a:extLst>
            </p:cNvPr>
            <p:cNvGrpSpPr/>
            <p:nvPr/>
          </p:nvGrpSpPr>
          <p:grpSpPr>
            <a:xfrm>
              <a:off x="-1478805" y="2754106"/>
              <a:ext cx="1307166" cy="184669"/>
              <a:chOff x="1101736" y="2014706"/>
              <a:chExt cx="1395666" cy="369332"/>
            </a:xfrm>
          </p:grpSpPr>
          <p:sp>
            <p:nvSpPr>
              <p:cNvPr id="567" name="Rectangle 566">
                <a:extLst>
                  <a:ext uri="{FF2B5EF4-FFF2-40B4-BE49-F238E27FC236}">
                    <a16:creationId xmlns:a16="http://schemas.microsoft.com/office/drawing/2014/main" id="{9AE2CF9C-95FF-D04A-860D-13E33A9530FE}"/>
                  </a:ext>
                </a:extLst>
              </p:cNvPr>
              <p:cNvSpPr/>
              <p:nvPr/>
            </p:nvSpPr>
            <p:spPr>
              <a:xfrm>
                <a:off x="1101738" y="2014706"/>
                <a:ext cx="1395664" cy="369332"/>
              </a:xfrm>
              <a:prstGeom prst="rect">
                <a:avLst/>
              </a:prstGeom>
              <a:gradFill flip="none" rotWithShape="1">
                <a:gsLst>
                  <a:gs pos="25000">
                    <a:schemeClr val="accent1">
                      <a:lumMod val="5000"/>
                      <a:lumOff val="95000"/>
                    </a:schemeClr>
                  </a:gs>
                  <a:gs pos="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sz="1000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68" name="Rectangle 567">
                <a:extLst>
                  <a:ext uri="{FF2B5EF4-FFF2-40B4-BE49-F238E27FC236}">
                    <a16:creationId xmlns:a16="http://schemas.microsoft.com/office/drawing/2014/main" id="{45F947C1-394D-8244-AF5B-CB3DA0E92573}"/>
                  </a:ext>
                </a:extLst>
              </p:cNvPr>
              <p:cNvSpPr/>
              <p:nvPr/>
            </p:nvSpPr>
            <p:spPr>
              <a:xfrm>
                <a:off x="1101736" y="2060873"/>
                <a:ext cx="1395665" cy="276999"/>
              </a:xfrm>
              <a:prstGeom prst="rect">
                <a:avLst/>
              </a:prstGeom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:r>
                  <a:rPr lang="en-AU" sz="1000" b="1" dirty="0"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QRY REGION 1</a:t>
                </a:r>
                <a:endParaRPr lang="en-US" sz="10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564" name="Group 563">
              <a:extLst>
                <a:ext uri="{FF2B5EF4-FFF2-40B4-BE49-F238E27FC236}">
                  <a16:creationId xmlns:a16="http://schemas.microsoft.com/office/drawing/2014/main" id="{D5BEDE9D-32AD-884C-9523-F726A3C93827}"/>
                </a:ext>
              </a:extLst>
            </p:cNvPr>
            <p:cNvGrpSpPr/>
            <p:nvPr/>
          </p:nvGrpSpPr>
          <p:grpSpPr>
            <a:xfrm>
              <a:off x="-1440322" y="2779724"/>
              <a:ext cx="1226865" cy="133432"/>
              <a:chOff x="434532" y="1264966"/>
              <a:chExt cx="1226865" cy="133432"/>
            </a:xfrm>
          </p:grpSpPr>
          <p:sp>
            <p:nvSpPr>
              <p:cNvPr id="565" name="Triangle 564">
                <a:extLst>
                  <a:ext uri="{FF2B5EF4-FFF2-40B4-BE49-F238E27FC236}">
                    <a16:creationId xmlns:a16="http://schemas.microsoft.com/office/drawing/2014/main" id="{C011D174-C7A7-EC43-B3BC-9FA2ABFE0C94}"/>
                  </a:ext>
                </a:extLst>
              </p:cNvPr>
              <p:cNvSpPr/>
              <p:nvPr/>
            </p:nvSpPr>
            <p:spPr>
              <a:xfrm rot="5400000">
                <a:off x="1537167" y="1274168"/>
                <a:ext cx="133432" cy="115028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6" name="Triangle 565">
                <a:extLst>
                  <a:ext uri="{FF2B5EF4-FFF2-40B4-BE49-F238E27FC236}">
                    <a16:creationId xmlns:a16="http://schemas.microsoft.com/office/drawing/2014/main" id="{C2BE3119-81D3-CC42-BAD9-2718AFB39E7F}"/>
                  </a:ext>
                </a:extLst>
              </p:cNvPr>
              <p:cNvSpPr/>
              <p:nvPr/>
            </p:nvSpPr>
            <p:spPr>
              <a:xfrm rot="5400000">
                <a:off x="425330" y="1274168"/>
                <a:ext cx="133432" cy="115028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69" name="Group 568">
            <a:extLst>
              <a:ext uri="{FF2B5EF4-FFF2-40B4-BE49-F238E27FC236}">
                <a16:creationId xmlns:a16="http://schemas.microsoft.com/office/drawing/2014/main" id="{85D58BF6-C2F7-8244-BADC-576C305DC546}"/>
              </a:ext>
            </a:extLst>
          </p:cNvPr>
          <p:cNvGrpSpPr/>
          <p:nvPr/>
        </p:nvGrpSpPr>
        <p:grpSpPr>
          <a:xfrm>
            <a:off x="265800" y="1855022"/>
            <a:ext cx="1307162" cy="184669"/>
            <a:chOff x="-1478805" y="3326365"/>
            <a:chExt cx="1307162" cy="184669"/>
          </a:xfrm>
        </p:grpSpPr>
        <p:grpSp>
          <p:nvGrpSpPr>
            <p:cNvPr id="570" name="Group 569">
              <a:extLst>
                <a:ext uri="{FF2B5EF4-FFF2-40B4-BE49-F238E27FC236}">
                  <a16:creationId xmlns:a16="http://schemas.microsoft.com/office/drawing/2014/main" id="{F8C93F79-2BAB-D34B-BDCF-7701961CC117}"/>
                </a:ext>
              </a:extLst>
            </p:cNvPr>
            <p:cNvGrpSpPr/>
            <p:nvPr/>
          </p:nvGrpSpPr>
          <p:grpSpPr>
            <a:xfrm>
              <a:off x="-1478805" y="3326365"/>
              <a:ext cx="1307162" cy="184669"/>
              <a:chOff x="1101736" y="7394745"/>
              <a:chExt cx="1395666" cy="369332"/>
            </a:xfrm>
          </p:grpSpPr>
          <p:sp>
            <p:nvSpPr>
              <p:cNvPr id="574" name="Rectangle 573">
                <a:extLst>
                  <a:ext uri="{FF2B5EF4-FFF2-40B4-BE49-F238E27FC236}">
                    <a16:creationId xmlns:a16="http://schemas.microsoft.com/office/drawing/2014/main" id="{FE3C3F0A-2F4D-8F43-BD1E-9038C79E10FE}"/>
                  </a:ext>
                </a:extLst>
              </p:cNvPr>
              <p:cNvSpPr/>
              <p:nvPr/>
            </p:nvSpPr>
            <p:spPr>
              <a:xfrm>
                <a:off x="1101738" y="7394745"/>
                <a:ext cx="1395664" cy="369332"/>
              </a:xfrm>
              <a:prstGeom prst="rect">
                <a:avLst/>
              </a:prstGeom>
              <a:gradFill flip="none" rotWithShape="1">
                <a:gsLst>
                  <a:gs pos="25000">
                    <a:schemeClr val="accent6">
                      <a:lumMod val="5000"/>
                      <a:lumOff val="95000"/>
                    </a:schemeClr>
                  </a:gs>
                  <a:gs pos="0">
                    <a:schemeClr val="accent6">
                      <a:lumMod val="45000"/>
                      <a:lumOff val="55000"/>
                    </a:schemeClr>
                  </a:gs>
                  <a:gs pos="83000">
                    <a:schemeClr val="accent6">
                      <a:lumMod val="45000"/>
                      <a:lumOff val="55000"/>
                    </a:schemeClr>
                  </a:gs>
                  <a:gs pos="100000">
                    <a:schemeClr val="accent6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sz="1000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75" name="Rectangle 574">
                <a:extLst>
                  <a:ext uri="{FF2B5EF4-FFF2-40B4-BE49-F238E27FC236}">
                    <a16:creationId xmlns:a16="http://schemas.microsoft.com/office/drawing/2014/main" id="{47AFF084-2F81-4D4E-B4CA-601F8174118F}"/>
                  </a:ext>
                </a:extLst>
              </p:cNvPr>
              <p:cNvSpPr/>
              <p:nvPr/>
            </p:nvSpPr>
            <p:spPr>
              <a:xfrm>
                <a:off x="1101736" y="7440912"/>
                <a:ext cx="1395664" cy="276999"/>
              </a:xfrm>
              <a:prstGeom prst="rect">
                <a:avLst/>
              </a:prstGeom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:r>
                  <a:rPr lang="en-AU" sz="1000" b="1" dirty="0"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HIT REGION -1</a:t>
                </a:r>
                <a:endParaRPr lang="en-US" sz="10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571" name="Group 570">
              <a:extLst>
                <a:ext uri="{FF2B5EF4-FFF2-40B4-BE49-F238E27FC236}">
                  <a16:creationId xmlns:a16="http://schemas.microsoft.com/office/drawing/2014/main" id="{F4782745-0B38-A34D-BDD1-EEB7314F68A6}"/>
                </a:ext>
              </a:extLst>
            </p:cNvPr>
            <p:cNvGrpSpPr/>
            <p:nvPr/>
          </p:nvGrpSpPr>
          <p:grpSpPr>
            <a:xfrm>
              <a:off x="-1440322" y="3348771"/>
              <a:ext cx="1226865" cy="133432"/>
              <a:chOff x="434532" y="1264966"/>
              <a:chExt cx="1226865" cy="133432"/>
            </a:xfrm>
          </p:grpSpPr>
          <p:sp>
            <p:nvSpPr>
              <p:cNvPr id="572" name="Triangle 571">
                <a:extLst>
                  <a:ext uri="{FF2B5EF4-FFF2-40B4-BE49-F238E27FC236}">
                    <a16:creationId xmlns:a16="http://schemas.microsoft.com/office/drawing/2014/main" id="{F7EC953D-0C27-1B41-A9A8-431BD60E5919}"/>
                  </a:ext>
                </a:extLst>
              </p:cNvPr>
              <p:cNvSpPr/>
              <p:nvPr/>
            </p:nvSpPr>
            <p:spPr>
              <a:xfrm rot="5400000">
                <a:off x="1537167" y="1274168"/>
                <a:ext cx="133432" cy="115028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3" name="Triangle 572">
                <a:extLst>
                  <a:ext uri="{FF2B5EF4-FFF2-40B4-BE49-F238E27FC236}">
                    <a16:creationId xmlns:a16="http://schemas.microsoft.com/office/drawing/2014/main" id="{384488BE-05F6-F840-8F26-7A7609368A20}"/>
                  </a:ext>
                </a:extLst>
              </p:cNvPr>
              <p:cNvSpPr/>
              <p:nvPr/>
            </p:nvSpPr>
            <p:spPr>
              <a:xfrm rot="5400000">
                <a:off x="425330" y="1274168"/>
                <a:ext cx="133432" cy="115028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76" name="Group 575">
            <a:extLst>
              <a:ext uri="{FF2B5EF4-FFF2-40B4-BE49-F238E27FC236}">
                <a16:creationId xmlns:a16="http://schemas.microsoft.com/office/drawing/2014/main" id="{0D1C8CEE-8A07-8040-A884-7DDD4174DA3F}"/>
              </a:ext>
            </a:extLst>
          </p:cNvPr>
          <p:cNvGrpSpPr/>
          <p:nvPr/>
        </p:nvGrpSpPr>
        <p:grpSpPr>
          <a:xfrm>
            <a:off x="1644580" y="1855022"/>
            <a:ext cx="1307164" cy="184669"/>
            <a:chOff x="1101736" y="2950206"/>
            <a:chExt cx="1395666" cy="369332"/>
          </a:xfrm>
        </p:grpSpPr>
        <p:sp>
          <p:nvSpPr>
            <p:cNvPr id="577" name="Rectangle 576">
              <a:extLst>
                <a:ext uri="{FF2B5EF4-FFF2-40B4-BE49-F238E27FC236}">
                  <a16:creationId xmlns:a16="http://schemas.microsoft.com/office/drawing/2014/main" id="{046B4C5C-F954-1E43-9A7C-9BBB6F1CC780}"/>
                </a:ext>
              </a:extLst>
            </p:cNvPr>
            <p:cNvSpPr/>
            <p:nvPr/>
          </p:nvSpPr>
          <p:spPr>
            <a:xfrm>
              <a:off x="1101738" y="2950206"/>
              <a:ext cx="1395664" cy="369332"/>
            </a:xfrm>
            <a:prstGeom prst="rect">
              <a:avLst/>
            </a:prstGeom>
            <a:gradFill flip="none" rotWithShape="1">
              <a:gsLst>
                <a:gs pos="25000">
                  <a:schemeClr val="accent2">
                    <a:lumMod val="5000"/>
                    <a:lumOff val="95000"/>
                  </a:schemeClr>
                </a:gs>
                <a:gs pos="0">
                  <a:schemeClr val="accent2">
                    <a:lumMod val="45000"/>
                    <a:lumOff val="55000"/>
                  </a:schemeClr>
                </a:gs>
                <a:gs pos="83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0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78" name="Rectangle 577">
              <a:extLst>
                <a:ext uri="{FF2B5EF4-FFF2-40B4-BE49-F238E27FC236}">
                  <a16:creationId xmlns:a16="http://schemas.microsoft.com/office/drawing/2014/main" id="{7ECE9B5C-B723-DA43-B5A1-D0EB49D3DD70}"/>
                </a:ext>
              </a:extLst>
            </p:cNvPr>
            <p:cNvSpPr/>
            <p:nvPr/>
          </p:nvSpPr>
          <p:spPr>
            <a:xfrm>
              <a:off x="1101736" y="2996373"/>
              <a:ext cx="1395664" cy="276999"/>
            </a:xfrm>
            <a:prstGeom prst="rect">
              <a:avLst/>
            </a:prstGeom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en-AU" sz="1000" b="1" dirty="0"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HIT REGION 1</a:t>
              </a:r>
              <a:endParaRPr lang="en-US" sz="10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79" name="Group 578">
            <a:extLst>
              <a:ext uri="{FF2B5EF4-FFF2-40B4-BE49-F238E27FC236}">
                <a16:creationId xmlns:a16="http://schemas.microsoft.com/office/drawing/2014/main" id="{591CBBBF-FF8A-7E42-9702-51B1E13DA643}"/>
              </a:ext>
            </a:extLst>
          </p:cNvPr>
          <p:cNvGrpSpPr/>
          <p:nvPr/>
        </p:nvGrpSpPr>
        <p:grpSpPr>
          <a:xfrm>
            <a:off x="3023360" y="1858974"/>
            <a:ext cx="1307168" cy="184669"/>
            <a:chOff x="1101736" y="5412423"/>
            <a:chExt cx="1395666" cy="369332"/>
          </a:xfrm>
        </p:grpSpPr>
        <p:sp>
          <p:nvSpPr>
            <p:cNvPr id="580" name="Rectangle 579">
              <a:extLst>
                <a:ext uri="{FF2B5EF4-FFF2-40B4-BE49-F238E27FC236}">
                  <a16:creationId xmlns:a16="http://schemas.microsoft.com/office/drawing/2014/main" id="{A71DBDC9-001B-2245-A719-1E9102118B17}"/>
                </a:ext>
              </a:extLst>
            </p:cNvPr>
            <p:cNvSpPr/>
            <p:nvPr/>
          </p:nvSpPr>
          <p:spPr>
            <a:xfrm>
              <a:off x="1101738" y="5412423"/>
              <a:ext cx="1395664" cy="369332"/>
            </a:xfrm>
            <a:prstGeom prst="rect">
              <a:avLst/>
            </a:prstGeom>
            <a:gradFill flip="none" rotWithShape="1">
              <a:gsLst>
                <a:gs pos="25000">
                  <a:schemeClr val="accent4">
                    <a:lumMod val="5000"/>
                    <a:lumOff val="95000"/>
                  </a:schemeClr>
                </a:gs>
                <a:gs pos="0">
                  <a:schemeClr val="accent4">
                    <a:lumMod val="45000"/>
                    <a:lumOff val="55000"/>
                  </a:schemeClr>
                </a:gs>
                <a:gs pos="83000">
                  <a:schemeClr val="accent4">
                    <a:lumMod val="45000"/>
                    <a:lumOff val="55000"/>
                  </a:schemeClr>
                </a:gs>
                <a:gs pos="100000">
                  <a:schemeClr val="accent4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0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81" name="Rectangle 580">
              <a:extLst>
                <a:ext uri="{FF2B5EF4-FFF2-40B4-BE49-F238E27FC236}">
                  <a16:creationId xmlns:a16="http://schemas.microsoft.com/office/drawing/2014/main" id="{37BB6FAE-3103-2548-8EA3-67FBC0A8A847}"/>
                </a:ext>
              </a:extLst>
            </p:cNvPr>
            <p:cNvSpPr/>
            <p:nvPr/>
          </p:nvSpPr>
          <p:spPr>
            <a:xfrm>
              <a:off x="1101736" y="5458590"/>
              <a:ext cx="1395664" cy="276999"/>
            </a:xfrm>
            <a:prstGeom prst="rect">
              <a:avLst/>
            </a:prstGeom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en-AU" sz="1000" b="1" dirty="0"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HIT REGION 2</a:t>
              </a:r>
              <a:endParaRPr lang="en-US" sz="10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ACDA9C0-9CEC-2E49-A164-1FD00DF5D163}"/>
              </a:ext>
            </a:extLst>
          </p:cNvPr>
          <p:cNvGrpSpPr/>
          <p:nvPr/>
        </p:nvGrpSpPr>
        <p:grpSpPr>
          <a:xfrm>
            <a:off x="2951744" y="998107"/>
            <a:ext cx="71616" cy="307390"/>
            <a:chOff x="1703209" y="907822"/>
            <a:chExt cx="117742" cy="30739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04D7887-5E45-5A4D-AAD1-0B7964F1160E}"/>
                </a:ext>
              </a:extLst>
            </p:cNvPr>
            <p:cNvSpPr/>
            <p:nvPr/>
          </p:nvSpPr>
          <p:spPr>
            <a:xfrm>
              <a:off x="1703209" y="907822"/>
              <a:ext cx="117742" cy="3073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9FE4C7C-83CC-5546-A0E8-11396220399B}"/>
                </a:ext>
              </a:extLst>
            </p:cNvPr>
            <p:cNvCxnSpPr>
              <a:cxnSpLocks/>
            </p:cNvCxnSpPr>
            <p:nvPr/>
          </p:nvCxnSpPr>
          <p:spPr>
            <a:xfrm>
              <a:off x="1703209" y="907822"/>
              <a:ext cx="0" cy="30739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Straight Connector 532">
              <a:extLst>
                <a:ext uri="{FF2B5EF4-FFF2-40B4-BE49-F238E27FC236}">
                  <a16:creationId xmlns:a16="http://schemas.microsoft.com/office/drawing/2014/main" id="{9660794B-C9DC-B743-8D4D-4F63ADB568F9}"/>
                </a:ext>
              </a:extLst>
            </p:cNvPr>
            <p:cNvCxnSpPr>
              <a:cxnSpLocks/>
            </p:cNvCxnSpPr>
            <p:nvPr/>
          </p:nvCxnSpPr>
          <p:spPr>
            <a:xfrm>
              <a:off x="1820951" y="907822"/>
              <a:ext cx="0" cy="30739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2" name="Group 581">
            <a:extLst>
              <a:ext uri="{FF2B5EF4-FFF2-40B4-BE49-F238E27FC236}">
                <a16:creationId xmlns:a16="http://schemas.microsoft.com/office/drawing/2014/main" id="{7F0EF123-8C1B-3A49-96A8-87F9D21BEF0B}"/>
              </a:ext>
            </a:extLst>
          </p:cNvPr>
          <p:cNvGrpSpPr/>
          <p:nvPr/>
        </p:nvGrpSpPr>
        <p:grpSpPr>
          <a:xfrm>
            <a:off x="3088346" y="1051438"/>
            <a:ext cx="1307166" cy="184669"/>
            <a:chOff x="-1478805" y="2754106"/>
            <a:chExt cx="1307166" cy="184669"/>
          </a:xfrm>
        </p:grpSpPr>
        <p:grpSp>
          <p:nvGrpSpPr>
            <p:cNvPr id="583" name="Group 582">
              <a:extLst>
                <a:ext uri="{FF2B5EF4-FFF2-40B4-BE49-F238E27FC236}">
                  <a16:creationId xmlns:a16="http://schemas.microsoft.com/office/drawing/2014/main" id="{B7592C1B-4FEA-4045-AF3E-9D819BFDC74E}"/>
                </a:ext>
              </a:extLst>
            </p:cNvPr>
            <p:cNvGrpSpPr/>
            <p:nvPr/>
          </p:nvGrpSpPr>
          <p:grpSpPr>
            <a:xfrm>
              <a:off x="-1478805" y="2754106"/>
              <a:ext cx="1307166" cy="184669"/>
              <a:chOff x="1101736" y="2014706"/>
              <a:chExt cx="1395666" cy="369332"/>
            </a:xfrm>
          </p:grpSpPr>
          <p:sp>
            <p:nvSpPr>
              <p:cNvPr id="587" name="Rectangle 586">
                <a:extLst>
                  <a:ext uri="{FF2B5EF4-FFF2-40B4-BE49-F238E27FC236}">
                    <a16:creationId xmlns:a16="http://schemas.microsoft.com/office/drawing/2014/main" id="{DC196030-E0B2-4E4A-B145-BB2BFED6CB5F}"/>
                  </a:ext>
                </a:extLst>
              </p:cNvPr>
              <p:cNvSpPr/>
              <p:nvPr/>
            </p:nvSpPr>
            <p:spPr>
              <a:xfrm>
                <a:off x="1101738" y="2014706"/>
                <a:ext cx="1395664" cy="369332"/>
              </a:xfrm>
              <a:prstGeom prst="rect">
                <a:avLst/>
              </a:prstGeom>
              <a:gradFill flip="none" rotWithShape="1">
                <a:gsLst>
                  <a:gs pos="25000">
                    <a:schemeClr val="accent1">
                      <a:lumMod val="5000"/>
                      <a:lumOff val="95000"/>
                    </a:schemeClr>
                  </a:gs>
                  <a:gs pos="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sz="1000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88" name="Rectangle 587">
                <a:extLst>
                  <a:ext uri="{FF2B5EF4-FFF2-40B4-BE49-F238E27FC236}">
                    <a16:creationId xmlns:a16="http://schemas.microsoft.com/office/drawing/2014/main" id="{70016CE7-9843-F44A-B2EC-BBD2C991EDFC}"/>
                  </a:ext>
                </a:extLst>
              </p:cNvPr>
              <p:cNvSpPr/>
              <p:nvPr/>
            </p:nvSpPr>
            <p:spPr>
              <a:xfrm>
                <a:off x="1101736" y="2060873"/>
                <a:ext cx="1395665" cy="276999"/>
              </a:xfrm>
              <a:prstGeom prst="rect">
                <a:avLst/>
              </a:prstGeom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:r>
                  <a:rPr lang="en-AU" sz="1000" b="1" dirty="0"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QRY REGION 2</a:t>
                </a:r>
                <a:endParaRPr lang="en-US" sz="10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584" name="Group 583">
              <a:extLst>
                <a:ext uri="{FF2B5EF4-FFF2-40B4-BE49-F238E27FC236}">
                  <a16:creationId xmlns:a16="http://schemas.microsoft.com/office/drawing/2014/main" id="{F0420AD0-D9A3-0B42-B590-F3A9BB1B64B2}"/>
                </a:ext>
              </a:extLst>
            </p:cNvPr>
            <p:cNvGrpSpPr/>
            <p:nvPr/>
          </p:nvGrpSpPr>
          <p:grpSpPr>
            <a:xfrm>
              <a:off x="-1440322" y="2779724"/>
              <a:ext cx="1226865" cy="133432"/>
              <a:chOff x="434532" y="1264966"/>
              <a:chExt cx="1226865" cy="133432"/>
            </a:xfrm>
          </p:grpSpPr>
          <p:sp>
            <p:nvSpPr>
              <p:cNvPr id="585" name="Triangle 584">
                <a:extLst>
                  <a:ext uri="{FF2B5EF4-FFF2-40B4-BE49-F238E27FC236}">
                    <a16:creationId xmlns:a16="http://schemas.microsoft.com/office/drawing/2014/main" id="{2840BA4D-442D-F04E-A7DE-0F456CF50D56}"/>
                  </a:ext>
                </a:extLst>
              </p:cNvPr>
              <p:cNvSpPr/>
              <p:nvPr/>
            </p:nvSpPr>
            <p:spPr>
              <a:xfrm rot="5400000">
                <a:off x="1537167" y="1274168"/>
                <a:ext cx="133432" cy="115028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6" name="Triangle 585">
                <a:extLst>
                  <a:ext uri="{FF2B5EF4-FFF2-40B4-BE49-F238E27FC236}">
                    <a16:creationId xmlns:a16="http://schemas.microsoft.com/office/drawing/2014/main" id="{F22724C0-DF42-C74E-9D78-8826A6CD8207}"/>
                  </a:ext>
                </a:extLst>
              </p:cNvPr>
              <p:cNvSpPr/>
              <p:nvPr/>
            </p:nvSpPr>
            <p:spPr>
              <a:xfrm rot="5400000">
                <a:off x="425330" y="1274168"/>
                <a:ext cx="133432" cy="115028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89" name="Group 588">
            <a:extLst>
              <a:ext uri="{FF2B5EF4-FFF2-40B4-BE49-F238E27FC236}">
                <a16:creationId xmlns:a16="http://schemas.microsoft.com/office/drawing/2014/main" id="{86C2152E-E932-D54D-945B-3BBCBA556519}"/>
              </a:ext>
            </a:extLst>
          </p:cNvPr>
          <p:cNvGrpSpPr/>
          <p:nvPr/>
        </p:nvGrpSpPr>
        <p:grpSpPr>
          <a:xfrm>
            <a:off x="207802" y="1051438"/>
            <a:ext cx="1307166" cy="184669"/>
            <a:chOff x="-1478805" y="2754106"/>
            <a:chExt cx="1307166" cy="184669"/>
          </a:xfrm>
        </p:grpSpPr>
        <p:grpSp>
          <p:nvGrpSpPr>
            <p:cNvPr id="590" name="Group 589">
              <a:extLst>
                <a:ext uri="{FF2B5EF4-FFF2-40B4-BE49-F238E27FC236}">
                  <a16:creationId xmlns:a16="http://schemas.microsoft.com/office/drawing/2014/main" id="{6860B374-46D3-5E4C-B827-64CF1E673F87}"/>
                </a:ext>
              </a:extLst>
            </p:cNvPr>
            <p:cNvGrpSpPr/>
            <p:nvPr/>
          </p:nvGrpSpPr>
          <p:grpSpPr>
            <a:xfrm>
              <a:off x="-1478805" y="2754106"/>
              <a:ext cx="1307166" cy="184669"/>
              <a:chOff x="1101736" y="2014706"/>
              <a:chExt cx="1395666" cy="369332"/>
            </a:xfrm>
          </p:grpSpPr>
          <p:sp>
            <p:nvSpPr>
              <p:cNvPr id="594" name="Rectangle 593">
                <a:extLst>
                  <a:ext uri="{FF2B5EF4-FFF2-40B4-BE49-F238E27FC236}">
                    <a16:creationId xmlns:a16="http://schemas.microsoft.com/office/drawing/2014/main" id="{AC46DDFC-D724-084F-ADCA-9B119A487C79}"/>
                  </a:ext>
                </a:extLst>
              </p:cNvPr>
              <p:cNvSpPr/>
              <p:nvPr/>
            </p:nvSpPr>
            <p:spPr>
              <a:xfrm>
                <a:off x="1101738" y="2014706"/>
                <a:ext cx="1395664" cy="369332"/>
              </a:xfrm>
              <a:prstGeom prst="rect">
                <a:avLst/>
              </a:prstGeom>
              <a:gradFill flip="none" rotWithShape="1">
                <a:gsLst>
                  <a:gs pos="25000">
                    <a:schemeClr val="accent1">
                      <a:lumMod val="5000"/>
                      <a:lumOff val="95000"/>
                    </a:schemeClr>
                  </a:gs>
                  <a:gs pos="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sz="1000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95" name="Rectangle 594">
                <a:extLst>
                  <a:ext uri="{FF2B5EF4-FFF2-40B4-BE49-F238E27FC236}">
                    <a16:creationId xmlns:a16="http://schemas.microsoft.com/office/drawing/2014/main" id="{CB7A1115-DEB2-BC41-A3C9-4E337DB0EABB}"/>
                  </a:ext>
                </a:extLst>
              </p:cNvPr>
              <p:cNvSpPr/>
              <p:nvPr/>
            </p:nvSpPr>
            <p:spPr>
              <a:xfrm>
                <a:off x="1101736" y="2060873"/>
                <a:ext cx="1395665" cy="276999"/>
              </a:xfrm>
              <a:prstGeom prst="rect">
                <a:avLst/>
              </a:prstGeom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:r>
                  <a:rPr lang="en-AU" sz="1000" b="1" dirty="0"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QRY REGION</a:t>
                </a:r>
                <a:endParaRPr lang="en-US" sz="10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591" name="Group 590">
              <a:extLst>
                <a:ext uri="{FF2B5EF4-FFF2-40B4-BE49-F238E27FC236}">
                  <a16:creationId xmlns:a16="http://schemas.microsoft.com/office/drawing/2014/main" id="{6DCE1B1B-C639-2F45-90D0-153F244D91CF}"/>
                </a:ext>
              </a:extLst>
            </p:cNvPr>
            <p:cNvGrpSpPr/>
            <p:nvPr/>
          </p:nvGrpSpPr>
          <p:grpSpPr>
            <a:xfrm>
              <a:off x="-1440322" y="2779724"/>
              <a:ext cx="1226865" cy="133432"/>
              <a:chOff x="434532" y="1264966"/>
              <a:chExt cx="1226865" cy="133432"/>
            </a:xfrm>
          </p:grpSpPr>
          <p:sp>
            <p:nvSpPr>
              <p:cNvPr id="592" name="Triangle 591">
                <a:extLst>
                  <a:ext uri="{FF2B5EF4-FFF2-40B4-BE49-F238E27FC236}">
                    <a16:creationId xmlns:a16="http://schemas.microsoft.com/office/drawing/2014/main" id="{3FF51CB4-EB97-0948-9A69-3E9E5453D4B1}"/>
                  </a:ext>
                </a:extLst>
              </p:cNvPr>
              <p:cNvSpPr/>
              <p:nvPr/>
            </p:nvSpPr>
            <p:spPr>
              <a:xfrm rot="5400000">
                <a:off x="1537167" y="1274168"/>
                <a:ext cx="133432" cy="115028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3" name="Triangle 592">
                <a:extLst>
                  <a:ext uri="{FF2B5EF4-FFF2-40B4-BE49-F238E27FC236}">
                    <a16:creationId xmlns:a16="http://schemas.microsoft.com/office/drawing/2014/main" id="{15F1468C-753B-3640-BAAB-8223BE7D694F}"/>
                  </a:ext>
                </a:extLst>
              </p:cNvPr>
              <p:cNvSpPr/>
              <p:nvPr/>
            </p:nvSpPr>
            <p:spPr>
              <a:xfrm rot="5400000">
                <a:off x="425330" y="1274168"/>
                <a:ext cx="133432" cy="115028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96" name="Group 595">
            <a:extLst>
              <a:ext uri="{FF2B5EF4-FFF2-40B4-BE49-F238E27FC236}">
                <a16:creationId xmlns:a16="http://schemas.microsoft.com/office/drawing/2014/main" id="{C0D993B7-038C-FD46-A946-5365AA7AF07E}"/>
              </a:ext>
            </a:extLst>
          </p:cNvPr>
          <p:cNvGrpSpPr/>
          <p:nvPr/>
        </p:nvGrpSpPr>
        <p:grpSpPr>
          <a:xfrm>
            <a:off x="4453508" y="1051438"/>
            <a:ext cx="1307166" cy="184669"/>
            <a:chOff x="-1478805" y="2754106"/>
            <a:chExt cx="1307166" cy="184669"/>
          </a:xfrm>
        </p:grpSpPr>
        <p:grpSp>
          <p:nvGrpSpPr>
            <p:cNvPr id="597" name="Group 596">
              <a:extLst>
                <a:ext uri="{FF2B5EF4-FFF2-40B4-BE49-F238E27FC236}">
                  <a16:creationId xmlns:a16="http://schemas.microsoft.com/office/drawing/2014/main" id="{BEF2C259-4DC6-764B-BD72-7EF8BB596766}"/>
                </a:ext>
              </a:extLst>
            </p:cNvPr>
            <p:cNvGrpSpPr/>
            <p:nvPr/>
          </p:nvGrpSpPr>
          <p:grpSpPr>
            <a:xfrm>
              <a:off x="-1478805" y="2754106"/>
              <a:ext cx="1307166" cy="184669"/>
              <a:chOff x="1101736" y="2014706"/>
              <a:chExt cx="1395666" cy="369332"/>
            </a:xfrm>
          </p:grpSpPr>
          <p:sp>
            <p:nvSpPr>
              <p:cNvPr id="601" name="Rectangle 600">
                <a:extLst>
                  <a:ext uri="{FF2B5EF4-FFF2-40B4-BE49-F238E27FC236}">
                    <a16:creationId xmlns:a16="http://schemas.microsoft.com/office/drawing/2014/main" id="{743C679A-C3E6-2D4F-83AC-868CC2AA0729}"/>
                  </a:ext>
                </a:extLst>
              </p:cNvPr>
              <p:cNvSpPr/>
              <p:nvPr/>
            </p:nvSpPr>
            <p:spPr>
              <a:xfrm>
                <a:off x="1101738" y="2014706"/>
                <a:ext cx="1395664" cy="369332"/>
              </a:xfrm>
              <a:prstGeom prst="rect">
                <a:avLst/>
              </a:prstGeom>
              <a:gradFill flip="none" rotWithShape="1">
                <a:gsLst>
                  <a:gs pos="25000">
                    <a:schemeClr val="accent1">
                      <a:lumMod val="5000"/>
                      <a:lumOff val="95000"/>
                    </a:schemeClr>
                  </a:gs>
                  <a:gs pos="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sz="1000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02" name="Rectangle 601">
                <a:extLst>
                  <a:ext uri="{FF2B5EF4-FFF2-40B4-BE49-F238E27FC236}">
                    <a16:creationId xmlns:a16="http://schemas.microsoft.com/office/drawing/2014/main" id="{FC02CBBF-28E6-EC43-9FBE-8E55FE87B07B}"/>
                  </a:ext>
                </a:extLst>
              </p:cNvPr>
              <p:cNvSpPr/>
              <p:nvPr/>
            </p:nvSpPr>
            <p:spPr>
              <a:xfrm>
                <a:off x="1101736" y="2060873"/>
                <a:ext cx="1395665" cy="276999"/>
              </a:xfrm>
              <a:prstGeom prst="rect">
                <a:avLst/>
              </a:prstGeom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:r>
                  <a:rPr lang="en-AU" sz="1000" b="1" dirty="0"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QRY REGION</a:t>
                </a:r>
                <a:endParaRPr lang="en-US" sz="10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598" name="Group 597">
              <a:extLst>
                <a:ext uri="{FF2B5EF4-FFF2-40B4-BE49-F238E27FC236}">
                  <a16:creationId xmlns:a16="http://schemas.microsoft.com/office/drawing/2014/main" id="{1B00823E-B247-9A47-A412-B6F812B6D350}"/>
                </a:ext>
              </a:extLst>
            </p:cNvPr>
            <p:cNvGrpSpPr/>
            <p:nvPr/>
          </p:nvGrpSpPr>
          <p:grpSpPr>
            <a:xfrm>
              <a:off x="-1440322" y="2779724"/>
              <a:ext cx="1226865" cy="133432"/>
              <a:chOff x="434532" y="1264966"/>
              <a:chExt cx="1226865" cy="133432"/>
            </a:xfrm>
          </p:grpSpPr>
          <p:sp>
            <p:nvSpPr>
              <p:cNvPr id="599" name="Triangle 598">
                <a:extLst>
                  <a:ext uri="{FF2B5EF4-FFF2-40B4-BE49-F238E27FC236}">
                    <a16:creationId xmlns:a16="http://schemas.microsoft.com/office/drawing/2014/main" id="{4B5D1CC3-15E8-E247-9173-EF124BB9E8C4}"/>
                  </a:ext>
                </a:extLst>
              </p:cNvPr>
              <p:cNvSpPr/>
              <p:nvPr/>
            </p:nvSpPr>
            <p:spPr>
              <a:xfrm rot="5400000">
                <a:off x="1537167" y="1274168"/>
                <a:ext cx="133432" cy="115028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0" name="Triangle 599">
                <a:extLst>
                  <a:ext uri="{FF2B5EF4-FFF2-40B4-BE49-F238E27FC236}">
                    <a16:creationId xmlns:a16="http://schemas.microsoft.com/office/drawing/2014/main" id="{47612E6B-36CE-674F-B949-04BB6DA8C214}"/>
                  </a:ext>
                </a:extLst>
              </p:cNvPr>
              <p:cNvSpPr/>
              <p:nvPr/>
            </p:nvSpPr>
            <p:spPr>
              <a:xfrm rot="5400000">
                <a:off x="425330" y="1274168"/>
                <a:ext cx="133432" cy="115028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0" name="Right Brace 19">
            <a:extLst>
              <a:ext uri="{FF2B5EF4-FFF2-40B4-BE49-F238E27FC236}">
                <a16:creationId xmlns:a16="http://schemas.microsoft.com/office/drawing/2014/main" id="{D9440821-1D22-B94F-8165-65A3C77CF5EF}"/>
              </a:ext>
            </a:extLst>
          </p:cNvPr>
          <p:cNvSpPr/>
          <p:nvPr/>
        </p:nvSpPr>
        <p:spPr>
          <a:xfrm rot="5400000">
            <a:off x="2951061" y="2046521"/>
            <a:ext cx="72980" cy="201589"/>
          </a:xfrm>
          <a:prstGeom prst="rightBrac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9" name="Right Brace 608">
            <a:extLst>
              <a:ext uri="{FF2B5EF4-FFF2-40B4-BE49-F238E27FC236}">
                <a16:creationId xmlns:a16="http://schemas.microsoft.com/office/drawing/2014/main" id="{616DDF1A-B69F-124F-ACD0-D1CD056C8D72}"/>
              </a:ext>
            </a:extLst>
          </p:cNvPr>
          <p:cNvSpPr/>
          <p:nvPr/>
        </p:nvSpPr>
        <p:spPr>
          <a:xfrm rot="16200000" flipV="1">
            <a:off x="2936987" y="8616"/>
            <a:ext cx="101127" cy="1067722"/>
          </a:xfrm>
          <a:prstGeom prst="rightBrace">
            <a:avLst/>
          </a:prstGeom>
          <a:ln w="127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3" name="Rectangle 612">
            <a:extLst>
              <a:ext uri="{FF2B5EF4-FFF2-40B4-BE49-F238E27FC236}">
                <a16:creationId xmlns:a16="http://schemas.microsoft.com/office/drawing/2014/main" id="{5ACD4D1F-14BD-D64E-8EFB-F653F470EEF2}"/>
              </a:ext>
            </a:extLst>
          </p:cNvPr>
          <p:cNvSpPr/>
          <p:nvPr/>
        </p:nvSpPr>
        <p:spPr>
          <a:xfrm>
            <a:off x="1961186" y="2140578"/>
            <a:ext cx="2052730" cy="246221"/>
          </a:xfrm>
          <a:prstGeom prst="rect">
            <a:avLst/>
          </a:prstGeom>
          <a:ln w="63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n-AU" sz="1000" dirty="0" err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SynSpan</a:t>
            </a:r>
            <a:r>
              <a:rPr lang="en-AU" sz="1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 bp between hit regions</a:t>
            </a:r>
            <a:endParaRPr lang="en-US" sz="1000" dirty="0">
              <a:solidFill>
                <a:schemeClr val="accent1"/>
              </a:solidFill>
            </a:endParaRPr>
          </a:p>
        </p:txBody>
      </p:sp>
      <p:sp>
        <p:nvSpPr>
          <p:cNvPr id="614" name="Rectangle 613">
            <a:extLst>
              <a:ext uri="{FF2B5EF4-FFF2-40B4-BE49-F238E27FC236}">
                <a16:creationId xmlns:a16="http://schemas.microsoft.com/office/drawing/2014/main" id="{06749261-93FF-D24A-9A82-8161FDAEEA98}"/>
              </a:ext>
            </a:extLst>
          </p:cNvPr>
          <p:cNvSpPr/>
          <p:nvPr/>
        </p:nvSpPr>
        <p:spPr>
          <a:xfrm>
            <a:off x="1901084" y="252706"/>
            <a:ext cx="2172934" cy="246221"/>
          </a:xfrm>
          <a:prstGeom prst="rect">
            <a:avLst/>
          </a:prstGeom>
          <a:ln w="63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 reads spanning gap</a:t>
            </a:r>
            <a:endParaRPr lang="en-US" sz="1000" dirty="0">
              <a:solidFill>
                <a:schemeClr val="accent1"/>
              </a:solidFill>
            </a:endParaRPr>
          </a:p>
        </p:txBody>
      </p:sp>
      <p:sp>
        <p:nvSpPr>
          <p:cNvPr id="618" name="Triangle 617">
            <a:extLst>
              <a:ext uri="{FF2B5EF4-FFF2-40B4-BE49-F238E27FC236}">
                <a16:creationId xmlns:a16="http://schemas.microsoft.com/office/drawing/2014/main" id="{69355F24-CC32-9F45-8DDC-7BF3AFCA49D4}"/>
              </a:ext>
            </a:extLst>
          </p:cNvPr>
          <p:cNvSpPr/>
          <p:nvPr/>
        </p:nvSpPr>
        <p:spPr>
          <a:xfrm rot="5400000">
            <a:off x="2803288" y="1888392"/>
            <a:ext cx="133432" cy="115028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9" name="Triangle 618">
            <a:extLst>
              <a:ext uri="{FF2B5EF4-FFF2-40B4-BE49-F238E27FC236}">
                <a16:creationId xmlns:a16="http://schemas.microsoft.com/office/drawing/2014/main" id="{A52AE7A1-B405-E64F-BB17-0DCD859F1767}"/>
              </a:ext>
            </a:extLst>
          </p:cNvPr>
          <p:cNvSpPr/>
          <p:nvPr/>
        </p:nvSpPr>
        <p:spPr>
          <a:xfrm rot="16200000" flipH="1">
            <a:off x="2666885" y="1888392"/>
            <a:ext cx="133432" cy="115028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0" name="Triangle 619">
            <a:extLst>
              <a:ext uri="{FF2B5EF4-FFF2-40B4-BE49-F238E27FC236}">
                <a16:creationId xmlns:a16="http://schemas.microsoft.com/office/drawing/2014/main" id="{0518D479-E525-324A-B797-D3602C113512}"/>
              </a:ext>
            </a:extLst>
          </p:cNvPr>
          <p:cNvSpPr/>
          <p:nvPr/>
        </p:nvSpPr>
        <p:spPr>
          <a:xfrm rot="5400000">
            <a:off x="3177131" y="1888392"/>
            <a:ext cx="133432" cy="115028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1" name="Triangle 620">
            <a:extLst>
              <a:ext uri="{FF2B5EF4-FFF2-40B4-BE49-F238E27FC236}">
                <a16:creationId xmlns:a16="http://schemas.microsoft.com/office/drawing/2014/main" id="{928CECAB-13E5-4649-8B58-B81AA5A3D347}"/>
              </a:ext>
            </a:extLst>
          </p:cNvPr>
          <p:cNvSpPr/>
          <p:nvPr/>
        </p:nvSpPr>
        <p:spPr>
          <a:xfrm rot="16200000" flipH="1">
            <a:off x="3040728" y="1888392"/>
            <a:ext cx="133432" cy="115028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2" name="Right Brace 621">
            <a:extLst>
              <a:ext uri="{FF2B5EF4-FFF2-40B4-BE49-F238E27FC236}">
                <a16:creationId xmlns:a16="http://schemas.microsoft.com/office/drawing/2014/main" id="{CE230C0A-89F9-3349-8B61-E0DC60F774D4}"/>
              </a:ext>
            </a:extLst>
          </p:cNvPr>
          <p:cNvSpPr/>
          <p:nvPr/>
        </p:nvSpPr>
        <p:spPr>
          <a:xfrm rot="16200000" flipV="1">
            <a:off x="2953143" y="1563102"/>
            <a:ext cx="68816" cy="449796"/>
          </a:xfrm>
          <a:prstGeom prst="rightBrac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3" name="Rectangle 622">
            <a:extLst>
              <a:ext uri="{FF2B5EF4-FFF2-40B4-BE49-F238E27FC236}">
                <a16:creationId xmlns:a16="http://schemas.microsoft.com/office/drawing/2014/main" id="{16A8D263-8AB1-DB4B-956F-7F0BFAC3ED7D}"/>
              </a:ext>
            </a:extLst>
          </p:cNvPr>
          <p:cNvSpPr/>
          <p:nvPr/>
        </p:nvSpPr>
        <p:spPr>
          <a:xfrm>
            <a:off x="1901084" y="1559346"/>
            <a:ext cx="2172934" cy="246221"/>
          </a:xfrm>
          <a:prstGeom prst="rect">
            <a:avLst/>
          </a:prstGeom>
          <a:ln w="63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Orientation &amp; scaffold of hits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624" name="Right Brace 623">
            <a:extLst>
              <a:ext uri="{FF2B5EF4-FFF2-40B4-BE49-F238E27FC236}">
                <a16:creationId xmlns:a16="http://schemas.microsoft.com/office/drawing/2014/main" id="{85BD7BA0-C168-0841-8BD4-4F978C67F4C1}"/>
              </a:ext>
            </a:extLst>
          </p:cNvPr>
          <p:cNvSpPr/>
          <p:nvPr/>
        </p:nvSpPr>
        <p:spPr>
          <a:xfrm rot="5400000">
            <a:off x="2927837" y="1264417"/>
            <a:ext cx="119428" cy="201592"/>
          </a:xfrm>
          <a:prstGeom prst="rightBrac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5" name="Rectangle 624">
            <a:extLst>
              <a:ext uri="{FF2B5EF4-FFF2-40B4-BE49-F238E27FC236}">
                <a16:creationId xmlns:a16="http://schemas.microsoft.com/office/drawing/2014/main" id="{498BB339-2925-844C-B2BC-CDC7959152F3}"/>
              </a:ext>
            </a:extLst>
          </p:cNvPr>
          <p:cNvSpPr/>
          <p:nvPr/>
        </p:nvSpPr>
        <p:spPr>
          <a:xfrm>
            <a:off x="1901084" y="1350339"/>
            <a:ext cx="2172934" cy="246221"/>
          </a:xfrm>
          <a:prstGeom prst="rect">
            <a:avLst/>
          </a:prstGeom>
          <a:ln w="63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n-AU" sz="1000" dirty="0" err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GapSpan</a:t>
            </a:r>
            <a:r>
              <a:rPr lang="en-AU" sz="1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 bp between </a:t>
            </a:r>
            <a:r>
              <a:rPr lang="en-AU" sz="1000" dirty="0" err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qry</a:t>
            </a:r>
            <a:r>
              <a:rPr lang="en-AU" sz="1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regions</a:t>
            </a:r>
            <a:endParaRPr lang="en-US" sz="1000" dirty="0">
              <a:solidFill>
                <a:schemeClr val="accent1"/>
              </a:solidFill>
            </a:endParaRPr>
          </a:p>
        </p:txBody>
      </p:sp>
      <p:sp>
        <p:nvSpPr>
          <p:cNvPr id="626" name="Right Brace 625">
            <a:extLst>
              <a:ext uri="{FF2B5EF4-FFF2-40B4-BE49-F238E27FC236}">
                <a16:creationId xmlns:a16="http://schemas.microsoft.com/office/drawing/2014/main" id="{EAE3E939-CE33-384A-84C0-EAE27BF2016B}"/>
              </a:ext>
            </a:extLst>
          </p:cNvPr>
          <p:cNvSpPr/>
          <p:nvPr/>
        </p:nvSpPr>
        <p:spPr>
          <a:xfrm rot="16200000" flipV="1">
            <a:off x="2951163" y="636031"/>
            <a:ext cx="72776" cy="392872"/>
          </a:xfrm>
          <a:prstGeom prst="rightBrace">
            <a:avLst/>
          </a:prstGeom>
          <a:ln w="127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8" name="Right Brace 627">
            <a:extLst>
              <a:ext uri="{FF2B5EF4-FFF2-40B4-BE49-F238E27FC236}">
                <a16:creationId xmlns:a16="http://schemas.microsoft.com/office/drawing/2014/main" id="{D71CC4EC-0CCE-B74D-86D8-8D01FAD44930}"/>
              </a:ext>
            </a:extLst>
          </p:cNvPr>
          <p:cNvSpPr/>
          <p:nvPr/>
        </p:nvSpPr>
        <p:spPr>
          <a:xfrm rot="16200000" flipV="1">
            <a:off x="3147848" y="841957"/>
            <a:ext cx="72980" cy="201589"/>
          </a:xfrm>
          <a:prstGeom prst="rightBrac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9" name="Right Brace 628">
            <a:extLst>
              <a:ext uri="{FF2B5EF4-FFF2-40B4-BE49-F238E27FC236}">
                <a16:creationId xmlns:a16="http://schemas.microsoft.com/office/drawing/2014/main" id="{997881B4-EBB0-DA4A-902C-C538926AE2C6}"/>
              </a:ext>
            </a:extLst>
          </p:cNvPr>
          <p:cNvSpPr/>
          <p:nvPr/>
        </p:nvSpPr>
        <p:spPr>
          <a:xfrm rot="16200000" flipV="1">
            <a:off x="2740391" y="841957"/>
            <a:ext cx="72980" cy="201589"/>
          </a:xfrm>
          <a:prstGeom prst="rightBrac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0" name="Rectangle 629">
            <a:extLst>
              <a:ext uri="{FF2B5EF4-FFF2-40B4-BE49-F238E27FC236}">
                <a16:creationId xmlns:a16="http://schemas.microsoft.com/office/drawing/2014/main" id="{481A6523-15F1-5B4F-B2F4-F40508CDD6DD}"/>
              </a:ext>
            </a:extLst>
          </p:cNvPr>
          <p:cNvSpPr/>
          <p:nvPr/>
        </p:nvSpPr>
        <p:spPr>
          <a:xfrm>
            <a:off x="1523735" y="578376"/>
            <a:ext cx="2927632" cy="246221"/>
          </a:xfrm>
          <a:prstGeom prst="rect">
            <a:avLst/>
          </a:prstGeom>
          <a:ln w="63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Shared </a:t>
            </a:r>
            <a:r>
              <a:rPr lang="en-AU" sz="1000" dirty="0" err="1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HiC</a:t>
            </a:r>
            <a:r>
              <a:rPr lang="en-AU" sz="10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read pairs between flanking contig ends</a:t>
            </a:r>
            <a:endParaRPr lang="en-US" sz="1000" dirty="0">
              <a:solidFill>
                <a:srgbClr val="00B050"/>
              </a:solidFill>
            </a:endParaRPr>
          </a:p>
        </p:txBody>
      </p:sp>
      <p:grpSp>
        <p:nvGrpSpPr>
          <p:cNvPr id="641" name="Group 640">
            <a:extLst>
              <a:ext uri="{FF2B5EF4-FFF2-40B4-BE49-F238E27FC236}">
                <a16:creationId xmlns:a16="http://schemas.microsoft.com/office/drawing/2014/main" id="{4BF01195-48C4-B642-945D-A499DA6AC3FD}"/>
              </a:ext>
            </a:extLst>
          </p:cNvPr>
          <p:cNvGrpSpPr/>
          <p:nvPr/>
        </p:nvGrpSpPr>
        <p:grpSpPr>
          <a:xfrm>
            <a:off x="4402142" y="1858973"/>
            <a:ext cx="1307162" cy="184669"/>
            <a:chOff x="-1478805" y="3326365"/>
            <a:chExt cx="1307162" cy="184669"/>
          </a:xfrm>
        </p:grpSpPr>
        <p:grpSp>
          <p:nvGrpSpPr>
            <p:cNvPr id="642" name="Group 641">
              <a:extLst>
                <a:ext uri="{FF2B5EF4-FFF2-40B4-BE49-F238E27FC236}">
                  <a16:creationId xmlns:a16="http://schemas.microsoft.com/office/drawing/2014/main" id="{49EC7F7F-FCEA-B648-AF1C-0EDBE98F1433}"/>
                </a:ext>
              </a:extLst>
            </p:cNvPr>
            <p:cNvGrpSpPr/>
            <p:nvPr/>
          </p:nvGrpSpPr>
          <p:grpSpPr>
            <a:xfrm>
              <a:off x="-1478805" y="3326365"/>
              <a:ext cx="1307162" cy="184669"/>
              <a:chOff x="1101736" y="7394745"/>
              <a:chExt cx="1395666" cy="369332"/>
            </a:xfrm>
          </p:grpSpPr>
          <p:sp>
            <p:nvSpPr>
              <p:cNvPr id="646" name="Rectangle 645">
                <a:extLst>
                  <a:ext uri="{FF2B5EF4-FFF2-40B4-BE49-F238E27FC236}">
                    <a16:creationId xmlns:a16="http://schemas.microsoft.com/office/drawing/2014/main" id="{D0C31EF4-3E8C-E44D-81DC-DAA7DD4B8462}"/>
                  </a:ext>
                </a:extLst>
              </p:cNvPr>
              <p:cNvSpPr/>
              <p:nvPr/>
            </p:nvSpPr>
            <p:spPr>
              <a:xfrm>
                <a:off x="1101738" y="7394745"/>
                <a:ext cx="1395664" cy="369332"/>
              </a:xfrm>
              <a:prstGeom prst="rect">
                <a:avLst/>
              </a:prstGeom>
              <a:gradFill flip="none" rotWithShape="1">
                <a:gsLst>
                  <a:gs pos="25000">
                    <a:schemeClr val="accent6">
                      <a:lumMod val="5000"/>
                      <a:lumOff val="95000"/>
                    </a:schemeClr>
                  </a:gs>
                  <a:gs pos="0">
                    <a:schemeClr val="accent6">
                      <a:lumMod val="45000"/>
                      <a:lumOff val="55000"/>
                    </a:schemeClr>
                  </a:gs>
                  <a:gs pos="83000">
                    <a:schemeClr val="accent6">
                      <a:lumMod val="45000"/>
                      <a:lumOff val="55000"/>
                    </a:schemeClr>
                  </a:gs>
                  <a:gs pos="100000">
                    <a:schemeClr val="accent6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sz="1000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47" name="Rectangle 646">
                <a:extLst>
                  <a:ext uri="{FF2B5EF4-FFF2-40B4-BE49-F238E27FC236}">
                    <a16:creationId xmlns:a16="http://schemas.microsoft.com/office/drawing/2014/main" id="{045BB96B-DB3D-6449-9C02-E1A01DAFE26D}"/>
                  </a:ext>
                </a:extLst>
              </p:cNvPr>
              <p:cNvSpPr/>
              <p:nvPr/>
            </p:nvSpPr>
            <p:spPr>
              <a:xfrm>
                <a:off x="1101736" y="7440912"/>
                <a:ext cx="1395664" cy="276999"/>
              </a:xfrm>
              <a:prstGeom prst="rect">
                <a:avLst/>
              </a:prstGeom>
            </p:spPr>
            <p:txBody>
              <a:bodyPr wrap="square" lIns="0" tIns="0" rIns="0" bIns="0" anchor="ctr">
                <a:noAutofit/>
              </a:bodyPr>
              <a:lstStyle/>
              <a:p>
                <a:pPr algn="ctr"/>
                <a:r>
                  <a:rPr lang="en-AU" sz="1000" b="1" dirty="0"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HIT REGION +1</a:t>
                </a:r>
                <a:endParaRPr lang="en-US" sz="10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643" name="Group 642">
              <a:extLst>
                <a:ext uri="{FF2B5EF4-FFF2-40B4-BE49-F238E27FC236}">
                  <a16:creationId xmlns:a16="http://schemas.microsoft.com/office/drawing/2014/main" id="{AF358F89-B89E-AE4E-B812-A466397A4ADC}"/>
                </a:ext>
              </a:extLst>
            </p:cNvPr>
            <p:cNvGrpSpPr/>
            <p:nvPr/>
          </p:nvGrpSpPr>
          <p:grpSpPr>
            <a:xfrm>
              <a:off x="-1440322" y="3348771"/>
              <a:ext cx="1226865" cy="133432"/>
              <a:chOff x="434532" y="1264966"/>
              <a:chExt cx="1226865" cy="133432"/>
            </a:xfrm>
          </p:grpSpPr>
          <p:sp>
            <p:nvSpPr>
              <p:cNvPr id="644" name="Triangle 643">
                <a:extLst>
                  <a:ext uri="{FF2B5EF4-FFF2-40B4-BE49-F238E27FC236}">
                    <a16:creationId xmlns:a16="http://schemas.microsoft.com/office/drawing/2014/main" id="{ECC47FA0-EEAE-4E43-AB5F-D24E32D0FFF3}"/>
                  </a:ext>
                </a:extLst>
              </p:cNvPr>
              <p:cNvSpPr/>
              <p:nvPr/>
            </p:nvSpPr>
            <p:spPr>
              <a:xfrm rot="5400000">
                <a:off x="1537167" y="1274168"/>
                <a:ext cx="133432" cy="115028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5" name="Triangle 644">
                <a:extLst>
                  <a:ext uri="{FF2B5EF4-FFF2-40B4-BE49-F238E27FC236}">
                    <a16:creationId xmlns:a16="http://schemas.microsoft.com/office/drawing/2014/main" id="{0CD21A14-F66B-B243-9AC7-160D9C27F416}"/>
                  </a:ext>
                </a:extLst>
              </p:cNvPr>
              <p:cNvSpPr/>
              <p:nvPr/>
            </p:nvSpPr>
            <p:spPr>
              <a:xfrm rot="5400000">
                <a:off x="425330" y="1274168"/>
                <a:ext cx="133432" cy="115028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648" name="Rectangle 647">
            <a:extLst>
              <a:ext uri="{FF2B5EF4-FFF2-40B4-BE49-F238E27FC236}">
                <a16:creationId xmlns:a16="http://schemas.microsoft.com/office/drawing/2014/main" id="{EE62169D-BA6D-5A45-8124-E9EEA819FD5F}"/>
              </a:ext>
            </a:extLst>
          </p:cNvPr>
          <p:cNvSpPr/>
          <p:nvPr/>
        </p:nvSpPr>
        <p:spPr>
          <a:xfrm>
            <a:off x="4451377" y="2036293"/>
            <a:ext cx="1383557" cy="246221"/>
          </a:xfrm>
          <a:prstGeom prst="rect">
            <a:avLst/>
          </a:prstGeom>
          <a:ln w="63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Collinear flanking hits?</a:t>
            </a:r>
            <a:endParaRPr lang="en-US" sz="1000" dirty="0">
              <a:solidFill>
                <a:srgbClr val="00B050"/>
              </a:solidFill>
            </a:endParaRPr>
          </a:p>
        </p:txBody>
      </p:sp>
      <p:grpSp>
        <p:nvGrpSpPr>
          <p:cNvPr id="649" name="Group 648">
            <a:extLst>
              <a:ext uri="{FF2B5EF4-FFF2-40B4-BE49-F238E27FC236}">
                <a16:creationId xmlns:a16="http://schemas.microsoft.com/office/drawing/2014/main" id="{32FD99B4-8A82-234D-91E0-33916B5EF96F}"/>
              </a:ext>
            </a:extLst>
          </p:cNvPr>
          <p:cNvGrpSpPr/>
          <p:nvPr/>
        </p:nvGrpSpPr>
        <p:grpSpPr>
          <a:xfrm>
            <a:off x="1572962" y="1790680"/>
            <a:ext cx="71616" cy="307390"/>
            <a:chOff x="1703209" y="907822"/>
            <a:chExt cx="117742" cy="307390"/>
          </a:xfrm>
        </p:grpSpPr>
        <p:sp>
          <p:nvSpPr>
            <p:cNvPr id="650" name="Rectangle 649">
              <a:extLst>
                <a:ext uri="{FF2B5EF4-FFF2-40B4-BE49-F238E27FC236}">
                  <a16:creationId xmlns:a16="http://schemas.microsoft.com/office/drawing/2014/main" id="{9B2A8986-9B1B-B64D-89CE-9F97B8C4494E}"/>
                </a:ext>
              </a:extLst>
            </p:cNvPr>
            <p:cNvSpPr/>
            <p:nvPr/>
          </p:nvSpPr>
          <p:spPr>
            <a:xfrm>
              <a:off x="1703209" y="907822"/>
              <a:ext cx="117742" cy="3073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51" name="Straight Connector 650">
              <a:extLst>
                <a:ext uri="{FF2B5EF4-FFF2-40B4-BE49-F238E27FC236}">
                  <a16:creationId xmlns:a16="http://schemas.microsoft.com/office/drawing/2014/main" id="{958BD62F-33BB-4143-BA01-189B3E666B1F}"/>
                </a:ext>
              </a:extLst>
            </p:cNvPr>
            <p:cNvCxnSpPr>
              <a:cxnSpLocks/>
            </p:cNvCxnSpPr>
            <p:nvPr/>
          </p:nvCxnSpPr>
          <p:spPr>
            <a:xfrm>
              <a:off x="1703209" y="907822"/>
              <a:ext cx="0" cy="30739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2" name="Straight Connector 651">
              <a:extLst>
                <a:ext uri="{FF2B5EF4-FFF2-40B4-BE49-F238E27FC236}">
                  <a16:creationId xmlns:a16="http://schemas.microsoft.com/office/drawing/2014/main" id="{34091C9C-4A59-B347-A964-E49D1EE5C4E6}"/>
                </a:ext>
              </a:extLst>
            </p:cNvPr>
            <p:cNvCxnSpPr>
              <a:cxnSpLocks/>
            </p:cNvCxnSpPr>
            <p:nvPr/>
          </p:nvCxnSpPr>
          <p:spPr>
            <a:xfrm>
              <a:off x="1820951" y="907822"/>
              <a:ext cx="0" cy="30739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3" name="Rectangle 652">
            <a:extLst>
              <a:ext uri="{FF2B5EF4-FFF2-40B4-BE49-F238E27FC236}">
                <a16:creationId xmlns:a16="http://schemas.microsoft.com/office/drawing/2014/main" id="{445EB308-4C71-964D-880E-64B9D9D45BE7}"/>
              </a:ext>
            </a:extLst>
          </p:cNvPr>
          <p:cNvSpPr/>
          <p:nvPr/>
        </p:nvSpPr>
        <p:spPr>
          <a:xfrm>
            <a:off x="846355" y="2075853"/>
            <a:ext cx="1245418" cy="246221"/>
          </a:xfrm>
          <a:prstGeom prst="rect">
            <a:avLst/>
          </a:prstGeom>
          <a:ln w="63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Gaps between hits?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C04F68AF-9D65-444F-BC76-BCBA3C35157E}"/>
              </a:ext>
            </a:extLst>
          </p:cNvPr>
          <p:cNvSpPr/>
          <p:nvPr/>
        </p:nvSpPr>
        <p:spPr>
          <a:xfrm>
            <a:off x="5638034" y="535735"/>
            <a:ext cx="945773" cy="16575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Flank = contig end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230" name="Elbow Connector 229">
            <a:extLst>
              <a:ext uri="{FF2B5EF4-FFF2-40B4-BE49-F238E27FC236}">
                <a16:creationId xmlns:a16="http://schemas.microsoft.com/office/drawing/2014/main" id="{E7637AE0-C103-124F-A277-08D80B23FA9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652210" y="720943"/>
            <a:ext cx="155378" cy="149920"/>
          </a:xfrm>
          <a:prstGeom prst="bentConnector3">
            <a:avLst>
              <a:gd name="adj1" fmla="val 5358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Right Brace 232">
            <a:extLst>
              <a:ext uri="{FF2B5EF4-FFF2-40B4-BE49-F238E27FC236}">
                <a16:creationId xmlns:a16="http://schemas.microsoft.com/office/drawing/2014/main" id="{4C9E207E-8707-F14B-A371-F8D62B85E8A3}"/>
              </a:ext>
            </a:extLst>
          </p:cNvPr>
          <p:cNvSpPr/>
          <p:nvPr/>
        </p:nvSpPr>
        <p:spPr>
          <a:xfrm rot="16200000" flipV="1">
            <a:off x="5617845" y="841958"/>
            <a:ext cx="72980" cy="201589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8E70B445-D52F-5D40-85C7-98B4FF539B23}"/>
              </a:ext>
            </a:extLst>
          </p:cNvPr>
          <p:cNvSpPr/>
          <p:nvPr/>
        </p:nvSpPr>
        <p:spPr>
          <a:xfrm>
            <a:off x="5169205" y="1282337"/>
            <a:ext cx="1763303" cy="16575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lang="en-AU" sz="10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GapFlank</a:t>
            </a: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 = Flanks adjacent to gap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386E57EE-0608-AE41-9DBA-9D29211A6742}"/>
              </a:ext>
            </a:extLst>
          </p:cNvPr>
          <p:cNvSpPr/>
          <p:nvPr/>
        </p:nvSpPr>
        <p:spPr>
          <a:xfrm>
            <a:off x="5169205" y="1454443"/>
            <a:ext cx="1407712" cy="3427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Pair = Flanks on neighbouring contigs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6A2954B0-96FE-A946-AE7C-FA7554745C8E}"/>
              </a:ext>
            </a:extLst>
          </p:cNvPr>
          <p:cNvSpPr/>
          <p:nvPr/>
        </p:nvSpPr>
        <p:spPr>
          <a:xfrm>
            <a:off x="6701147" y="319594"/>
            <a:ext cx="2862912" cy="1015663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Flank5 / Flank3 = 5’ and 3’ contig ends</a:t>
            </a:r>
            <a:b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Flank1 and Flank2 = arbitrary Flank pairs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GapFlank5 / GapFlank3 = 5’/3’ gap-flanking Flanks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BestFlank5 / BestFlank3 = Best Pair for opposite </a:t>
            </a:r>
            <a:r>
              <a:rPr lang="en-AU" sz="1000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GapFlank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8098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33990CE-598A-324B-A11C-E30650DBC435}"/>
              </a:ext>
            </a:extLst>
          </p:cNvPr>
          <p:cNvSpPr/>
          <p:nvPr/>
        </p:nvSpPr>
        <p:spPr>
          <a:xfrm>
            <a:off x="2738955" y="495554"/>
            <a:ext cx="1464261" cy="246221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Load genomes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EC6F68-DEC3-B540-A6B9-CDF3B9F4F97B}"/>
              </a:ext>
            </a:extLst>
          </p:cNvPr>
          <p:cNvSpPr/>
          <p:nvPr/>
        </p:nvSpPr>
        <p:spPr>
          <a:xfrm>
            <a:off x="2738955" y="1047989"/>
            <a:ext cx="1464261" cy="246221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Load Extract Gaps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245AF6-B5B6-364F-AFC4-D0D9A82372C6}"/>
              </a:ext>
            </a:extLst>
          </p:cNvPr>
          <p:cNvSpPr/>
          <p:nvPr/>
        </p:nvSpPr>
        <p:spPr>
          <a:xfrm>
            <a:off x="2738955" y="1600424"/>
            <a:ext cx="1464261" cy="400110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GABLAM search </a:t>
            </a:r>
            <a:r>
              <a:rPr lang="en-AU" sz="1000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Qry</a:t>
            </a:r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vs Hit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B6AC63-3015-FC44-B55F-79479ABC5FCF}"/>
              </a:ext>
            </a:extLst>
          </p:cNvPr>
          <p:cNvSpPr/>
          <p:nvPr/>
        </p:nvSpPr>
        <p:spPr>
          <a:xfrm>
            <a:off x="2738955" y="2306748"/>
            <a:ext cx="1464261" cy="400110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SynBad</a:t>
            </a:r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Gap Mapping &amp; Rating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B15D19-16B6-CF47-9744-C74863975E28}"/>
              </a:ext>
            </a:extLst>
          </p:cNvPr>
          <p:cNvSpPr/>
          <p:nvPr/>
        </p:nvSpPr>
        <p:spPr>
          <a:xfrm>
            <a:off x="2738955" y="3013073"/>
            <a:ext cx="1464261" cy="246221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 Gap Flanks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032006-6987-5D44-97FB-AC8D387C60C3}"/>
              </a:ext>
            </a:extLst>
          </p:cNvPr>
          <p:cNvSpPr/>
          <p:nvPr/>
        </p:nvSpPr>
        <p:spPr>
          <a:xfrm>
            <a:off x="4528845" y="3013073"/>
            <a:ext cx="1464261" cy="246221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 </a:t>
            </a:r>
            <a:r>
              <a:rPr lang="en-AU" sz="1000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HiC</a:t>
            </a:r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Gap Flanks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48C37C-4264-6940-AD02-5A96C535645F}"/>
              </a:ext>
            </a:extLst>
          </p:cNvPr>
          <p:cNvSpPr/>
          <p:nvPr/>
        </p:nvSpPr>
        <p:spPr>
          <a:xfrm>
            <a:off x="4528845" y="3464437"/>
            <a:ext cx="1464261" cy="246221"/>
          </a:xfrm>
          <a:prstGeom prst="rect">
            <a:avLst/>
          </a:prstGeom>
          <a:ln w="6350">
            <a:solidFill>
              <a:srgbClr val="FF0000"/>
            </a:solidFill>
            <a:prstDash val="sysDash"/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 </a:t>
            </a:r>
            <a:r>
              <a:rPr lang="en-AU" sz="10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SynBad</a:t>
            </a:r>
            <a:r>
              <a:rPr lang="en-AU" sz="1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Rating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A11970-C76E-2F45-A2BA-90957D340F43}"/>
              </a:ext>
            </a:extLst>
          </p:cNvPr>
          <p:cNvSpPr/>
          <p:nvPr/>
        </p:nvSpPr>
        <p:spPr>
          <a:xfrm>
            <a:off x="2738955" y="3775722"/>
            <a:ext cx="1464261" cy="246221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Compress Hit Pairs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E04FB0-3E20-DA47-BF83-F180F8650011}"/>
              </a:ext>
            </a:extLst>
          </p:cNvPr>
          <p:cNvSpPr/>
          <p:nvPr/>
        </p:nvSpPr>
        <p:spPr>
          <a:xfrm>
            <a:off x="2738955" y="4287417"/>
            <a:ext cx="1464261" cy="400110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Identify divergence using flanking hits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47A4CD-0F22-0B4B-9AC7-1FD4F8C94B61}"/>
              </a:ext>
            </a:extLst>
          </p:cNvPr>
          <p:cNvSpPr/>
          <p:nvPr/>
        </p:nvSpPr>
        <p:spPr>
          <a:xfrm>
            <a:off x="2738954" y="4953000"/>
            <a:ext cx="1464261" cy="400110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Sub-classify and fix inversions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E3FDDA-41CF-4F40-AA80-B841588BEB4B}"/>
              </a:ext>
            </a:extLst>
          </p:cNvPr>
          <p:cNvSpPr/>
          <p:nvPr/>
        </p:nvSpPr>
        <p:spPr>
          <a:xfrm>
            <a:off x="4746743" y="4953000"/>
            <a:ext cx="1464261" cy="246221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Fix easy inversions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35F023-5B4F-1F47-BBF3-F6F2ED640679}"/>
              </a:ext>
            </a:extLst>
          </p:cNvPr>
          <p:cNvSpPr/>
          <p:nvPr/>
        </p:nvSpPr>
        <p:spPr>
          <a:xfrm>
            <a:off x="4746743" y="5400473"/>
            <a:ext cx="1464261" cy="400110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Fix duplication inversions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5FA31F-4133-FA46-BFEC-B0462B525197}"/>
              </a:ext>
            </a:extLst>
          </p:cNvPr>
          <p:cNvSpPr/>
          <p:nvPr/>
        </p:nvSpPr>
        <p:spPr>
          <a:xfrm>
            <a:off x="4746743" y="5988024"/>
            <a:ext cx="1464261" cy="246221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Re-classify </a:t>
            </a:r>
            <a:r>
              <a:rPr lang="en-AU" sz="1000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InvBrk</a:t>
            </a:r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gaps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BECD8F-F75B-3F41-8C17-BD87A4967C32}"/>
              </a:ext>
            </a:extLst>
          </p:cNvPr>
          <p:cNvSpPr/>
          <p:nvPr/>
        </p:nvSpPr>
        <p:spPr>
          <a:xfrm>
            <a:off x="2738955" y="6816820"/>
            <a:ext cx="1464261" cy="400110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 shared synteny blocks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5B066A-9FE6-3746-A806-BB02E36BFF4A}"/>
              </a:ext>
            </a:extLst>
          </p:cNvPr>
          <p:cNvSpPr/>
          <p:nvPr/>
        </p:nvSpPr>
        <p:spPr>
          <a:xfrm>
            <a:off x="2738955" y="5991914"/>
            <a:ext cx="1464261" cy="400110"/>
          </a:xfrm>
          <a:prstGeom prst="rect">
            <a:avLst/>
          </a:prstGeom>
          <a:ln w="6350">
            <a:solidFill>
              <a:srgbClr val="FF0000"/>
            </a:solidFill>
            <a:prstDash val="sysDash"/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and fix translocations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A68B73D-023B-3F4B-BCA7-DCFC85AECF9E}"/>
              </a:ext>
            </a:extLst>
          </p:cNvPr>
          <p:cNvSpPr/>
          <p:nvPr/>
        </p:nvSpPr>
        <p:spPr>
          <a:xfrm>
            <a:off x="2738955" y="7481023"/>
            <a:ext cx="1464261" cy="246221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Save tables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0F4E40-8378-1946-9834-3971FAD09599}"/>
              </a:ext>
            </a:extLst>
          </p:cNvPr>
          <p:cNvSpPr/>
          <p:nvPr/>
        </p:nvSpPr>
        <p:spPr>
          <a:xfrm>
            <a:off x="2738955" y="7991337"/>
            <a:ext cx="1464261" cy="246221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Make corrections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C569E9-D131-274B-A371-A729B17439B5}"/>
              </a:ext>
            </a:extLst>
          </p:cNvPr>
          <p:cNvSpPr/>
          <p:nvPr/>
        </p:nvSpPr>
        <p:spPr>
          <a:xfrm>
            <a:off x="4746740" y="7991336"/>
            <a:ext cx="1464261" cy="246221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Fix inversions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7F71C05-389C-1C45-ACB5-09AF075305F6}"/>
              </a:ext>
            </a:extLst>
          </p:cNvPr>
          <p:cNvSpPr/>
          <p:nvPr/>
        </p:nvSpPr>
        <p:spPr>
          <a:xfrm>
            <a:off x="2738955" y="8501650"/>
            <a:ext cx="1464261" cy="246221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Fragment assembly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BECA5AB-6D46-A84A-8A42-CA477F8F4B52}"/>
              </a:ext>
            </a:extLst>
          </p:cNvPr>
          <p:cNvSpPr/>
          <p:nvPr/>
        </p:nvSpPr>
        <p:spPr>
          <a:xfrm>
            <a:off x="4746741" y="8501650"/>
            <a:ext cx="1464261" cy="246221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“Bad” gaps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FB7FBE9-2FA9-7E44-848E-54CAD00C4AD1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3471086" y="741775"/>
            <a:ext cx="0" cy="30621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47DCB05-74E7-3542-A094-FAB9A958F970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3471086" y="1294210"/>
            <a:ext cx="0" cy="30621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8963198-1C13-6443-BE92-B69F9D9E0C50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3471086" y="2000534"/>
            <a:ext cx="0" cy="30621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493B583-2A6D-3B4E-A76B-84DD3643969A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3471086" y="2706858"/>
            <a:ext cx="0" cy="30621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3D2E16F-87C3-E445-8E05-2B6338F16559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>
            <a:off x="3471086" y="3259294"/>
            <a:ext cx="0" cy="51642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C73BE17-8077-D64A-B571-232ACB2DC257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3471086" y="4021943"/>
            <a:ext cx="0" cy="26547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25A354B-E52F-B642-8D39-D479F1BB09A9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 flipH="1">
            <a:off x="3471085" y="4687527"/>
            <a:ext cx="1" cy="26547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3C2920C-2A1E-2347-AE2D-15ACB789124B}"/>
              </a:ext>
            </a:extLst>
          </p:cNvPr>
          <p:cNvCxnSpPr>
            <a:cxnSpLocks/>
            <a:stCxn id="13" idx="2"/>
            <a:endCxn id="18" idx="0"/>
          </p:cNvCxnSpPr>
          <p:nvPr/>
        </p:nvCxnSpPr>
        <p:spPr>
          <a:xfrm>
            <a:off x="3471085" y="5353110"/>
            <a:ext cx="1" cy="638804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2FE37A9-AC35-324F-8F3E-A631B5E8F2D0}"/>
              </a:ext>
            </a:extLst>
          </p:cNvPr>
          <p:cNvCxnSpPr>
            <a:cxnSpLocks/>
            <a:stCxn id="18" idx="2"/>
            <a:endCxn id="17" idx="0"/>
          </p:cNvCxnSpPr>
          <p:nvPr/>
        </p:nvCxnSpPr>
        <p:spPr>
          <a:xfrm>
            <a:off x="3471086" y="6392024"/>
            <a:ext cx="0" cy="424796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03F8E73-5490-5349-85EE-AC37B9FA55C5}"/>
              </a:ext>
            </a:extLst>
          </p:cNvPr>
          <p:cNvCxnSpPr>
            <a:cxnSpLocks/>
            <a:stCxn id="17" idx="2"/>
            <a:endCxn id="19" idx="0"/>
          </p:cNvCxnSpPr>
          <p:nvPr/>
        </p:nvCxnSpPr>
        <p:spPr>
          <a:xfrm>
            <a:off x="3471086" y="7216930"/>
            <a:ext cx="0" cy="26409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ADACA47-4491-6F42-BA41-F5FE9347D61E}"/>
              </a:ext>
            </a:extLst>
          </p:cNvPr>
          <p:cNvCxnSpPr>
            <a:cxnSpLocks/>
            <a:stCxn id="19" idx="2"/>
            <a:endCxn id="20" idx="0"/>
          </p:cNvCxnSpPr>
          <p:nvPr/>
        </p:nvCxnSpPr>
        <p:spPr>
          <a:xfrm>
            <a:off x="3471086" y="7727244"/>
            <a:ext cx="0" cy="26409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F02A0E8-B05C-7E49-A95E-400643A3E742}"/>
              </a:ext>
            </a:extLst>
          </p:cNvPr>
          <p:cNvCxnSpPr>
            <a:cxnSpLocks/>
            <a:stCxn id="20" idx="2"/>
            <a:endCxn id="22" idx="0"/>
          </p:cNvCxnSpPr>
          <p:nvPr/>
        </p:nvCxnSpPr>
        <p:spPr>
          <a:xfrm>
            <a:off x="3471086" y="8237558"/>
            <a:ext cx="0" cy="26409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3842EA1-712D-7F40-94D9-CB6C8EFAC58F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 flipV="1">
            <a:off x="4203216" y="8114447"/>
            <a:ext cx="543524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454C7CF-39F1-A540-AF51-7C441E5D3ED7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>
            <a:off x="4203216" y="8624761"/>
            <a:ext cx="54352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503B923-05EA-9E42-86DA-E065F3F0BD52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 flipV="1">
            <a:off x="4203215" y="5076111"/>
            <a:ext cx="543528" cy="7694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DE0AE5B1-2B1D-1846-AE3D-AC52A5999740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5478874" y="5199221"/>
            <a:ext cx="0" cy="20125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829CCCE-0317-C54F-9F7F-C6E1BCE781F7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5478874" y="5800583"/>
            <a:ext cx="0" cy="18744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154C085D-2A13-EA40-964A-51EDCC61981C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4203216" y="3136184"/>
            <a:ext cx="325629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44F3AE2D-496E-6747-9D5A-F78E7A0C3B6A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5260976" y="3259294"/>
            <a:ext cx="0" cy="205143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ADCBF641-B9F9-0D46-8612-3D3B8BC96078}"/>
              </a:ext>
            </a:extLst>
          </p:cNvPr>
          <p:cNvSpPr/>
          <p:nvPr/>
        </p:nvSpPr>
        <p:spPr>
          <a:xfrm>
            <a:off x="4622231" y="1600424"/>
            <a:ext cx="1464261" cy="400110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 to unique</a:t>
            </a:r>
          </a:p>
          <a:p>
            <a:pPr algn="ctr"/>
            <a:r>
              <a:rPr lang="en-AU" sz="1000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Qry</a:t>
            </a:r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hit coverage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5D585FEF-43D5-8143-8EEA-850654CFD597}"/>
              </a:ext>
            </a:extLst>
          </p:cNvPr>
          <p:cNvCxnSpPr>
            <a:cxnSpLocks/>
            <a:stCxn id="6" idx="3"/>
            <a:endCxn id="86" idx="1"/>
          </p:cNvCxnSpPr>
          <p:nvPr/>
        </p:nvCxnSpPr>
        <p:spPr>
          <a:xfrm>
            <a:off x="4203216" y="1800479"/>
            <a:ext cx="41901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50AEC4A0-45EE-DE45-B896-C89F02589202}"/>
              </a:ext>
            </a:extLst>
          </p:cNvPr>
          <p:cNvSpPr/>
          <p:nvPr/>
        </p:nvSpPr>
        <p:spPr>
          <a:xfrm>
            <a:off x="76713" y="2934859"/>
            <a:ext cx="677286" cy="18153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ALN</a:t>
            </a:r>
          </a:p>
        </p:txBody>
      </p:sp>
      <p:sp>
        <p:nvSpPr>
          <p:cNvPr id="2" name="Document 1">
            <a:extLst>
              <a:ext uri="{FF2B5EF4-FFF2-40B4-BE49-F238E27FC236}">
                <a16:creationId xmlns:a16="http://schemas.microsoft.com/office/drawing/2014/main" id="{0D79C80F-7A49-1843-B837-851BD10C24A2}"/>
              </a:ext>
            </a:extLst>
          </p:cNvPr>
          <p:cNvSpPr/>
          <p:nvPr/>
        </p:nvSpPr>
        <p:spPr>
          <a:xfrm>
            <a:off x="76713" y="65211"/>
            <a:ext cx="1191127" cy="553453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Genome 1</a:t>
            </a:r>
          </a:p>
        </p:txBody>
      </p:sp>
      <p:sp>
        <p:nvSpPr>
          <p:cNvPr id="46" name="Document 45">
            <a:extLst>
              <a:ext uri="{FF2B5EF4-FFF2-40B4-BE49-F238E27FC236}">
                <a16:creationId xmlns:a16="http://schemas.microsoft.com/office/drawing/2014/main" id="{2BFF4770-30F9-DB40-86A5-2E898C3DF766}"/>
              </a:ext>
            </a:extLst>
          </p:cNvPr>
          <p:cNvSpPr/>
          <p:nvPr/>
        </p:nvSpPr>
        <p:spPr>
          <a:xfrm>
            <a:off x="76713" y="744996"/>
            <a:ext cx="1191127" cy="553453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Genome 2</a:t>
            </a:r>
          </a:p>
        </p:txBody>
      </p:sp>
    </p:spTree>
    <p:extLst>
      <p:ext uri="{BB962C8B-B14F-4D97-AF65-F5344CB8AC3E}">
        <p14:creationId xmlns:p14="http://schemas.microsoft.com/office/powerpoint/2010/main" val="2610403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33990CE-598A-324B-A11C-E30650DBC435}"/>
              </a:ext>
            </a:extLst>
          </p:cNvPr>
          <p:cNvSpPr/>
          <p:nvPr/>
        </p:nvSpPr>
        <p:spPr>
          <a:xfrm>
            <a:off x="7095197" y="206760"/>
            <a:ext cx="1464261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Load genomes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EC6F68-DEC3-B540-A6B9-CDF3B9F4F97B}"/>
              </a:ext>
            </a:extLst>
          </p:cNvPr>
          <p:cNvSpPr/>
          <p:nvPr/>
        </p:nvSpPr>
        <p:spPr>
          <a:xfrm>
            <a:off x="7095197" y="759195"/>
            <a:ext cx="1464261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Load Extract Gaps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245AF6-B5B6-364F-AFC4-D0D9A82372C6}"/>
              </a:ext>
            </a:extLst>
          </p:cNvPr>
          <p:cNvSpPr/>
          <p:nvPr/>
        </p:nvSpPr>
        <p:spPr>
          <a:xfrm>
            <a:off x="7095197" y="1311630"/>
            <a:ext cx="1464261" cy="40011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GABLAM search </a:t>
            </a:r>
            <a:r>
              <a:rPr lang="en-AU" sz="1000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Qry</a:t>
            </a:r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vs Hit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B6AC63-3015-FC44-B55F-79479ABC5FCF}"/>
              </a:ext>
            </a:extLst>
          </p:cNvPr>
          <p:cNvSpPr/>
          <p:nvPr/>
        </p:nvSpPr>
        <p:spPr>
          <a:xfrm>
            <a:off x="7095197" y="2017954"/>
            <a:ext cx="1464261" cy="40011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SynBad</a:t>
            </a:r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Gap Mapping &amp; Rating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B15D19-16B6-CF47-9744-C74863975E28}"/>
              </a:ext>
            </a:extLst>
          </p:cNvPr>
          <p:cNvSpPr/>
          <p:nvPr/>
        </p:nvSpPr>
        <p:spPr>
          <a:xfrm>
            <a:off x="7095197" y="2724279"/>
            <a:ext cx="1464261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 Gap Flanks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032006-6987-5D44-97FB-AC8D387C60C3}"/>
              </a:ext>
            </a:extLst>
          </p:cNvPr>
          <p:cNvSpPr/>
          <p:nvPr/>
        </p:nvSpPr>
        <p:spPr>
          <a:xfrm>
            <a:off x="8885087" y="2724279"/>
            <a:ext cx="1464261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 </a:t>
            </a:r>
            <a:r>
              <a:rPr lang="en-AU" sz="1000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HiC</a:t>
            </a:r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Gap Flanks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48C37C-4264-6940-AD02-5A96C535645F}"/>
              </a:ext>
            </a:extLst>
          </p:cNvPr>
          <p:cNvSpPr/>
          <p:nvPr/>
        </p:nvSpPr>
        <p:spPr>
          <a:xfrm>
            <a:off x="8885087" y="3175643"/>
            <a:ext cx="1464261" cy="246221"/>
          </a:xfrm>
          <a:prstGeom prst="rect">
            <a:avLst/>
          </a:prstGeom>
          <a:solidFill>
            <a:schemeClr val="bg1"/>
          </a:solidFill>
          <a:ln w="6350">
            <a:solidFill>
              <a:srgbClr val="FF0000"/>
            </a:solidFill>
            <a:prstDash val="sysDash"/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 </a:t>
            </a:r>
            <a:r>
              <a:rPr lang="en-AU" sz="1000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SynBad</a:t>
            </a:r>
            <a:r>
              <a:rPr lang="en-AU" sz="1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Rating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A11970-C76E-2F45-A2BA-90957D340F43}"/>
              </a:ext>
            </a:extLst>
          </p:cNvPr>
          <p:cNvSpPr/>
          <p:nvPr/>
        </p:nvSpPr>
        <p:spPr>
          <a:xfrm>
            <a:off x="7095197" y="3486928"/>
            <a:ext cx="1464261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Compress Hit Pairs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E04FB0-3E20-DA47-BF83-F180F8650011}"/>
              </a:ext>
            </a:extLst>
          </p:cNvPr>
          <p:cNvSpPr/>
          <p:nvPr/>
        </p:nvSpPr>
        <p:spPr>
          <a:xfrm>
            <a:off x="7095197" y="3998623"/>
            <a:ext cx="1464261" cy="40011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Identify divergence using flanking hits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47A4CD-0F22-0B4B-9AC7-1FD4F8C94B61}"/>
              </a:ext>
            </a:extLst>
          </p:cNvPr>
          <p:cNvSpPr/>
          <p:nvPr/>
        </p:nvSpPr>
        <p:spPr>
          <a:xfrm>
            <a:off x="7095196" y="4664206"/>
            <a:ext cx="1464261" cy="40011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Sub-classify and fix inversions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E3FDDA-41CF-4F40-AA80-B841588BEB4B}"/>
              </a:ext>
            </a:extLst>
          </p:cNvPr>
          <p:cNvSpPr/>
          <p:nvPr/>
        </p:nvSpPr>
        <p:spPr>
          <a:xfrm>
            <a:off x="9102985" y="4664206"/>
            <a:ext cx="1464261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Fix easy inversions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35F023-5B4F-1F47-BBF3-F6F2ED640679}"/>
              </a:ext>
            </a:extLst>
          </p:cNvPr>
          <p:cNvSpPr/>
          <p:nvPr/>
        </p:nvSpPr>
        <p:spPr>
          <a:xfrm>
            <a:off x="9102985" y="5111679"/>
            <a:ext cx="1464261" cy="40011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Fix duplication inversions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5FA31F-4133-FA46-BFEC-B0462B525197}"/>
              </a:ext>
            </a:extLst>
          </p:cNvPr>
          <p:cNvSpPr/>
          <p:nvPr/>
        </p:nvSpPr>
        <p:spPr>
          <a:xfrm>
            <a:off x="9102985" y="5699230"/>
            <a:ext cx="1464261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Re-classify </a:t>
            </a:r>
            <a:r>
              <a:rPr lang="en-AU" sz="1000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InvBrk</a:t>
            </a:r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gaps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BECD8F-F75B-3F41-8C17-BD87A4967C32}"/>
              </a:ext>
            </a:extLst>
          </p:cNvPr>
          <p:cNvSpPr/>
          <p:nvPr/>
        </p:nvSpPr>
        <p:spPr>
          <a:xfrm>
            <a:off x="7095197" y="6528026"/>
            <a:ext cx="1464261" cy="40011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 shared synteny blocks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5B066A-9FE6-3746-A806-BB02E36BFF4A}"/>
              </a:ext>
            </a:extLst>
          </p:cNvPr>
          <p:cNvSpPr/>
          <p:nvPr/>
        </p:nvSpPr>
        <p:spPr>
          <a:xfrm>
            <a:off x="7095197" y="5703120"/>
            <a:ext cx="1464261" cy="400110"/>
          </a:xfrm>
          <a:prstGeom prst="rect">
            <a:avLst/>
          </a:prstGeom>
          <a:solidFill>
            <a:schemeClr val="bg1"/>
          </a:solidFill>
          <a:ln w="6350">
            <a:solidFill>
              <a:srgbClr val="FF0000"/>
            </a:solidFill>
            <a:prstDash val="sysDash"/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and fix translocations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A68B73D-023B-3F4B-BCA7-DCFC85AECF9E}"/>
              </a:ext>
            </a:extLst>
          </p:cNvPr>
          <p:cNvSpPr/>
          <p:nvPr/>
        </p:nvSpPr>
        <p:spPr>
          <a:xfrm>
            <a:off x="7095197" y="7192229"/>
            <a:ext cx="1464261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Save tables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0F4E40-8378-1946-9834-3971FAD09599}"/>
              </a:ext>
            </a:extLst>
          </p:cNvPr>
          <p:cNvSpPr/>
          <p:nvPr/>
        </p:nvSpPr>
        <p:spPr>
          <a:xfrm>
            <a:off x="7095197" y="7702543"/>
            <a:ext cx="1464261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Make corrections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C569E9-D131-274B-A371-A729B17439B5}"/>
              </a:ext>
            </a:extLst>
          </p:cNvPr>
          <p:cNvSpPr/>
          <p:nvPr/>
        </p:nvSpPr>
        <p:spPr>
          <a:xfrm>
            <a:off x="9102982" y="7702542"/>
            <a:ext cx="1464261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Fix inversions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7F71C05-389C-1C45-ACB5-09AF075305F6}"/>
              </a:ext>
            </a:extLst>
          </p:cNvPr>
          <p:cNvSpPr/>
          <p:nvPr/>
        </p:nvSpPr>
        <p:spPr>
          <a:xfrm>
            <a:off x="7095197" y="8212856"/>
            <a:ext cx="1464261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Fragment assembly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BECA5AB-6D46-A84A-8A42-CA477F8F4B52}"/>
              </a:ext>
            </a:extLst>
          </p:cNvPr>
          <p:cNvSpPr/>
          <p:nvPr/>
        </p:nvSpPr>
        <p:spPr>
          <a:xfrm>
            <a:off x="9102983" y="8212856"/>
            <a:ext cx="1464261" cy="24622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“Bad” gaps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FB7FBE9-2FA9-7E44-848E-54CAD00C4AD1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7827328" y="452981"/>
            <a:ext cx="0" cy="30621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47DCB05-74E7-3542-A094-FAB9A958F970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7827328" y="1005416"/>
            <a:ext cx="0" cy="30621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8963198-1C13-6443-BE92-B69F9D9E0C50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7827328" y="1711740"/>
            <a:ext cx="0" cy="30621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493B583-2A6D-3B4E-A76B-84DD3643969A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7827328" y="2418064"/>
            <a:ext cx="0" cy="30621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3D2E16F-87C3-E445-8E05-2B6338F16559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>
            <a:off x="7827328" y="2970500"/>
            <a:ext cx="0" cy="51642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C73BE17-8077-D64A-B571-232ACB2DC257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7827328" y="3733149"/>
            <a:ext cx="0" cy="26547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25A354B-E52F-B642-8D39-D479F1BB09A9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 flipH="1">
            <a:off x="7827327" y="4398733"/>
            <a:ext cx="1" cy="26547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3C2920C-2A1E-2347-AE2D-15ACB789124B}"/>
              </a:ext>
            </a:extLst>
          </p:cNvPr>
          <p:cNvCxnSpPr>
            <a:cxnSpLocks/>
            <a:stCxn id="13" idx="2"/>
            <a:endCxn id="18" idx="0"/>
          </p:cNvCxnSpPr>
          <p:nvPr/>
        </p:nvCxnSpPr>
        <p:spPr>
          <a:xfrm>
            <a:off x="7827327" y="5064316"/>
            <a:ext cx="1" cy="638804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2FE37A9-AC35-324F-8F3E-A631B5E8F2D0}"/>
              </a:ext>
            </a:extLst>
          </p:cNvPr>
          <p:cNvCxnSpPr>
            <a:cxnSpLocks/>
            <a:stCxn id="18" idx="2"/>
            <a:endCxn id="17" idx="0"/>
          </p:cNvCxnSpPr>
          <p:nvPr/>
        </p:nvCxnSpPr>
        <p:spPr>
          <a:xfrm>
            <a:off x="7827328" y="6103230"/>
            <a:ext cx="0" cy="424796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03F8E73-5490-5349-85EE-AC37B9FA55C5}"/>
              </a:ext>
            </a:extLst>
          </p:cNvPr>
          <p:cNvCxnSpPr>
            <a:cxnSpLocks/>
            <a:stCxn id="17" idx="2"/>
            <a:endCxn id="19" idx="0"/>
          </p:cNvCxnSpPr>
          <p:nvPr/>
        </p:nvCxnSpPr>
        <p:spPr>
          <a:xfrm>
            <a:off x="7827328" y="6928136"/>
            <a:ext cx="0" cy="26409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ADACA47-4491-6F42-BA41-F5FE9347D61E}"/>
              </a:ext>
            </a:extLst>
          </p:cNvPr>
          <p:cNvCxnSpPr>
            <a:cxnSpLocks/>
            <a:stCxn id="19" idx="2"/>
            <a:endCxn id="20" idx="0"/>
          </p:cNvCxnSpPr>
          <p:nvPr/>
        </p:nvCxnSpPr>
        <p:spPr>
          <a:xfrm>
            <a:off x="7827328" y="7438450"/>
            <a:ext cx="0" cy="26409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F02A0E8-B05C-7E49-A95E-400643A3E742}"/>
              </a:ext>
            </a:extLst>
          </p:cNvPr>
          <p:cNvCxnSpPr>
            <a:cxnSpLocks/>
            <a:stCxn id="20" idx="2"/>
            <a:endCxn id="22" idx="0"/>
          </p:cNvCxnSpPr>
          <p:nvPr/>
        </p:nvCxnSpPr>
        <p:spPr>
          <a:xfrm>
            <a:off x="7827328" y="7948764"/>
            <a:ext cx="0" cy="26409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3842EA1-712D-7F40-94D9-CB6C8EFAC58F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 flipV="1">
            <a:off x="8559458" y="7825653"/>
            <a:ext cx="543524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454C7CF-39F1-A540-AF51-7C441E5D3ED7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>
            <a:off x="8559458" y="8335967"/>
            <a:ext cx="54352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503B923-05EA-9E42-86DA-E065F3F0BD52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 flipV="1">
            <a:off x="8559457" y="4787317"/>
            <a:ext cx="543528" cy="7694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DE0AE5B1-2B1D-1846-AE3D-AC52A5999740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9835116" y="4910427"/>
            <a:ext cx="0" cy="20125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829CCCE-0317-C54F-9F7F-C6E1BCE781F7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9835116" y="5511789"/>
            <a:ext cx="0" cy="18744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154C085D-2A13-EA40-964A-51EDCC61981C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8559458" y="2847390"/>
            <a:ext cx="325629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44F3AE2D-496E-6747-9D5A-F78E7A0C3B6A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9617218" y="2970500"/>
            <a:ext cx="0" cy="205143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ADCBF641-B9F9-0D46-8612-3D3B8BC96078}"/>
              </a:ext>
            </a:extLst>
          </p:cNvPr>
          <p:cNvSpPr/>
          <p:nvPr/>
        </p:nvSpPr>
        <p:spPr>
          <a:xfrm>
            <a:off x="8978473" y="1311630"/>
            <a:ext cx="1464261" cy="40011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 to unique</a:t>
            </a:r>
          </a:p>
          <a:p>
            <a:pPr algn="ctr"/>
            <a:r>
              <a:rPr lang="en-AU" sz="1000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Qry</a:t>
            </a:r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hit coverage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5D585FEF-43D5-8143-8EEA-850654CFD597}"/>
              </a:ext>
            </a:extLst>
          </p:cNvPr>
          <p:cNvCxnSpPr>
            <a:cxnSpLocks/>
            <a:stCxn id="6" idx="3"/>
            <a:endCxn id="86" idx="1"/>
          </p:cNvCxnSpPr>
          <p:nvPr/>
        </p:nvCxnSpPr>
        <p:spPr>
          <a:xfrm>
            <a:off x="8559458" y="1511685"/>
            <a:ext cx="41901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50AEC4A0-45EE-DE45-B896-C89F02589202}"/>
              </a:ext>
            </a:extLst>
          </p:cNvPr>
          <p:cNvSpPr/>
          <p:nvPr/>
        </p:nvSpPr>
        <p:spPr>
          <a:xfrm>
            <a:off x="5069233" y="1005863"/>
            <a:ext cx="677286" cy="18153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gap</a:t>
            </a:r>
          </a:p>
        </p:txBody>
      </p:sp>
      <p:sp>
        <p:nvSpPr>
          <p:cNvPr id="2" name="Document 1">
            <a:extLst>
              <a:ext uri="{FF2B5EF4-FFF2-40B4-BE49-F238E27FC236}">
                <a16:creationId xmlns:a16="http://schemas.microsoft.com/office/drawing/2014/main" id="{0D79C80F-7A49-1843-B837-851BD10C24A2}"/>
              </a:ext>
            </a:extLst>
          </p:cNvPr>
          <p:cNvSpPr/>
          <p:nvPr/>
        </p:nvSpPr>
        <p:spPr>
          <a:xfrm>
            <a:off x="3533371" y="322254"/>
            <a:ext cx="755494" cy="351038"/>
          </a:xfrm>
          <a:prstGeom prst="flowChartDocumen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Genome 1</a:t>
            </a:r>
          </a:p>
        </p:txBody>
      </p:sp>
      <p:sp>
        <p:nvSpPr>
          <p:cNvPr id="46" name="Document 45">
            <a:extLst>
              <a:ext uri="{FF2B5EF4-FFF2-40B4-BE49-F238E27FC236}">
                <a16:creationId xmlns:a16="http://schemas.microsoft.com/office/drawing/2014/main" id="{2BFF4770-30F9-DB40-86A5-2E898C3DF766}"/>
              </a:ext>
            </a:extLst>
          </p:cNvPr>
          <p:cNvSpPr/>
          <p:nvPr/>
        </p:nvSpPr>
        <p:spPr>
          <a:xfrm>
            <a:off x="4470619" y="322254"/>
            <a:ext cx="755494" cy="351038"/>
          </a:xfrm>
          <a:prstGeom prst="flowChartDocumen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Genome 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6CB6EE8-652E-294C-84AF-AE7C8EA633B4}"/>
              </a:ext>
            </a:extLst>
          </p:cNvPr>
          <p:cNvSpPr/>
          <p:nvPr/>
        </p:nvSpPr>
        <p:spPr>
          <a:xfrm>
            <a:off x="217460" y="63097"/>
            <a:ext cx="1446828" cy="138502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r>
              <a:rPr lang="en-AU" sz="105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Program setup</a:t>
            </a:r>
            <a:endParaRPr lang="en-US" sz="1050" b="1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riangle 48">
            <a:extLst>
              <a:ext uri="{FF2B5EF4-FFF2-40B4-BE49-F238E27FC236}">
                <a16:creationId xmlns:a16="http://schemas.microsoft.com/office/drawing/2014/main" id="{A8C72AC7-BA98-1F4E-B5CA-530A5BB9E7CE}"/>
              </a:ext>
            </a:extLst>
          </p:cNvPr>
          <p:cNvSpPr/>
          <p:nvPr/>
        </p:nvSpPr>
        <p:spPr>
          <a:xfrm>
            <a:off x="-833353" y="2001100"/>
            <a:ext cx="177937" cy="153394"/>
          </a:xfrm>
          <a:prstGeom prst="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riangle 49">
            <a:extLst>
              <a:ext uri="{FF2B5EF4-FFF2-40B4-BE49-F238E27FC236}">
                <a16:creationId xmlns:a16="http://schemas.microsoft.com/office/drawing/2014/main" id="{05DB0A12-DBC1-3340-9776-8F9233023145}"/>
              </a:ext>
            </a:extLst>
          </p:cNvPr>
          <p:cNvSpPr/>
          <p:nvPr/>
        </p:nvSpPr>
        <p:spPr>
          <a:xfrm flipV="1">
            <a:off x="-833353" y="2418064"/>
            <a:ext cx="177937" cy="153394"/>
          </a:xfrm>
          <a:prstGeom prst="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9D1779E-A6FC-A446-90EF-2D8BE8594EE8}"/>
              </a:ext>
            </a:extLst>
          </p:cNvPr>
          <p:cNvSpPr/>
          <p:nvPr/>
        </p:nvSpPr>
        <p:spPr>
          <a:xfrm>
            <a:off x="-1025051" y="1796904"/>
            <a:ext cx="552977" cy="165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Check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B6DF7FE-FD9B-4144-B66F-106D60A99CC1}"/>
              </a:ext>
            </a:extLst>
          </p:cNvPr>
          <p:cNvSpPr/>
          <p:nvPr/>
        </p:nvSpPr>
        <p:spPr>
          <a:xfrm>
            <a:off x="-1025051" y="2625799"/>
            <a:ext cx="552977" cy="165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Modify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5" name="Triangle 54">
            <a:extLst>
              <a:ext uri="{FF2B5EF4-FFF2-40B4-BE49-F238E27FC236}">
                <a16:creationId xmlns:a16="http://schemas.microsoft.com/office/drawing/2014/main" id="{A07EDF48-DD32-2C46-B148-4F7649822EC6}"/>
              </a:ext>
            </a:extLst>
          </p:cNvPr>
          <p:cNvSpPr/>
          <p:nvPr/>
        </p:nvSpPr>
        <p:spPr>
          <a:xfrm rot="19800000">
            <a:off x="-676440" y="2209582"/>
            <a:ext cx="177937" cy="153394"/>
          </a:xfrm>
          <a:prstGeom prst="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riangle 55">
            <a:extLst>
              <a:ext uri="{FF2B5EF4-FFF2-40B4-BE49-F238E27FC236}">
                <a16:creationId xmlns:a16="http://schemas.microsoft.com/office/drawing/2014/main" id="{57237C08-3423-614C-914E-B508D7E1A6A0}"/>
              </a:ext>
            </a:extLst>
          </p:cNvPr>
          <p:cNvSpPr/>
          <p:nvPr/>
        </p:nvSpPr>
        <p:spPr>
          <a:xfrm rot="9000000" flipV="1">
            <a:off x="-1114020" y="2188515"/>
            <a:ext cx="177937" cy="153394"/>
          </a:xfrm>
          <a:prstGeom prst="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08F4156-FD9F-0E42-AC52-B2F9DE9DD31D}"/>
              </a:ext>
            </a:extLst>
          </p:cNvPr>
          <p:cNvSpPr/>
          <p:nvPr/>
        </p:nvSpPr>
        <p:spPr>
          <a:xfrm>
            <a:off x="-524000" y="2218009"/>
            <a:ext cx="552977" cy="165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Save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6E7463F-ED7E-1943-8A99-E157CDAAE2B4}"/>
              </a:ext>
            </a:extLst>
          </p:cNvPr>
          <p:cNvSpPr/>
          <p:nvPr/>
        </p:nvSpPr>
        <p:spPr>
          <a:xfrm>
            <a:off x="-1635727" y="2218009"/>
            <a:ext cx="552977" cy="165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Load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13A21873-6DA6-044F-83EB-D185310E9ECE}"/>
              </a:ext>
            </a:extLst>
          </p:cNvPr>
          <p:cNvSpPr/>
          <p:nvPr/>
        </p:nvSpPr>
        <p:spPr>
          <a:xfrm>
            <a:off x="188193" y="296252"/>
            <a:ext cx="1191118" cy="30621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run()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3C4F9342-0CA3-104B-A79C-468D400CCF7F}"/>
              </a:ext>
            </a:extLst>
          </p:cNvPr>
          <p:cNvSpPr/>
          <p:nvPr/>
        </p:nvSpPr>
        <p:spPr>
          <a:xfrm>
            <a:off x="1915761" y="296252"/>
            <a:ext cx="1191118" cy="30621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setup()</a:t>
            </a: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5BC24889-E853-4E48-9511-BEFC6A284D2B}"/>
              </a:ext>
            </a:extLst>
          </p:cNvPr>
          <p:cNvSpPr/>
          <p:nvPr/>
        </p:nvSpPr>
        <p:spPr>
          <a:xfrm>
            <a:off x="940874" y="943524"/>
            <a:ext cx="1191118" cy="30621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synBad</a:t>
            </a:r>
            <a:r>
              <a:rPr lang="en-US" sz="11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EB8386F6-298A-A946-BD93-9CBE00982C6E}"/>
              </a:ext>
            </a:extLst>
          </p:cNvPr>
          <p:cNvCxnSpPr>
            <a:cxnSpLocks/>
            <a:stCxn id="24" idx="3"/>
            <a:endCxn id="62" idx="1"/>
          </p:cNvCxnSpPr>
          <p:nvPr/>
        </p:nvCxnSpPr>
        <p:spPr>
          <a:xfrm>
            <a:off x="1379311" y="449359"/>
            <a:ext cx="536450" cy="0"/>
          </a:xfrm>
          <a:prstGeom prst="straightConnector1">
            <a:avLst/>
          </a:prstGeom>
          <a:ln w="127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D199D1F-A2EB-0F45-B7BA-31CB67AB7023}"/>
              </a:ext>
            </a:extLst>
          </p:cNvPr>
          <p:cNvCxnSpPr>
            <a:cxnSpLocks/>
            <a:stCxn id="62" idx="2"/>
            <a:endCxn id="63" idx="0"/>
          </p:cNvCxnSpPr>
          <p:nvPr/>
        </p:nvCxnSpPr>
        <p:spPr>
          <a:xfrm flipH="1">
            <a:off x="1536433" y="602466"/>
            <a:ext cx="974887" cy="341058"/>
          </a:xfrm>
          <a:prstGeom prst="straightConnector1">
            <a:avLst/>
          </a:prstGeom>
          <a:ln w="127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4716A15-DE72-054D-A037-4D277655105D}"/>
              </a:ext>
            </a:extLst>
          </p:cNvPr>
          <p:cNvCxnSpPr>
            <a:cxnSpLocks/>
            <a:stCxn id="63" idx="1"/>
            <a:endCxn id="24" idx="2"/>
          </p:cNvCxnSpPr>
          <p:nvPr/>
        </p:nvCxnSpPr>
        <p:spPr>
          <a:xfrm flipH="1" flipV="1">
            <a:off x="783752" y="602466"/>
            <a:ext cx="157122" cy="494165"/>
          </a:xfrm>
          <a:prstGeom prst="straightConnector1">
            <a:avLst/>
          </a:prstGeom>
          <a:ln w="12700">
            <a:solidFill>
              <a:schemeClr val="accent6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riangle 68">
            <a:extLst>
              <a:ext uri="{FF2B5EF4-FFF2-40B4-BE49-F238E27FC236}">
                <a16:creationId xmlns:a16="http://schemas.microsoft.com/office/drawing/2014/main" id="{2F20412E-9477-2F49-AB2C-D43787360303}"/>
              </a:ext>
            </a:extLst>
          </p:cNvPr>
          <p:cNvSpPr/>
          <p:nvPr/>
        </p:nvSpPr>
        <p:spPr>
          <a:xfrm>
            <a:off x="3822149" y="129606"/>
            <a:ext cx="177937" cy="153394"/>
          </a:xfrm>
          <a:prstGeom prst="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riangle 69">
            <a:extLst>
              <a:ext uri="{FF2B5EF4-FFF2-40B4-BE49-F238E27FC236}">
                <a16:creationId xmlns:a16="http://schemas.microsoft.com/office/drawing/2014/main" id="{73FF061A-B143-B949-81BB-1FF3DCF2768E}"/>
              </a:ext>
            </a:extLst>
          </p:cNvPr>
          <p:cNvSpPr/>
          <p:nvPr/>
        </p:nvSpPr>
        <p:spPr>
          <a:xfrm>
            <a:off x="4759397" y="129606"/>
            <a:ext cx="177937" cy="153394"/>
          </a:xfrm>
          <a:prstGeom prst="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A751FBE-B5C4-C142-9B6E-AB3968C52F6F}"/>
              </a:ext>
            </a:extLst>
          </p:cNvPr>
          <p:cNvCxnSpPr/>
          <p:nvPr/>
        </p:nvCxnSpPr>
        <p:spPr>
          <a:xfrm>
            <a:off x="217460" y="759195"/>
            <a:ext cx="644019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19BDBB4C-F07F-2F4C-B7DA-51F04094F995}"/>
              </a:ext>
            </a:extLst>
          </p:cNvPr>
          <p:cNvSpPr/>
          <p:nvPr/>
        </p:nvSpPr>
        <p:spPr>
          <a:xfrm>
            <a:off x="2517837" y="943524"/>
            <a:ext cx="1687321" cy="30621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runGapSpanner</a:t>
            </a:r>
            <a:r>
              <a:rPr lang="en-US" sz="11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5022605B-EFB9-4C46-A07A-A61C72CB0DA1}"/>
              </a:ext>
            </a:extLst>
          </p:cNvPr>
          <p:cNvCxnSpPr>
            <a:cxnSpLocks/>
            <a:stCxn id="63" idx="3"/>
            <a:endCxn id="77" idx="1"/>
          </p:cNvCxnSpPr>
          <p:nvPr/>
        </p:nvCxnSpPr>
        <p:spPr>
          <a:xfrm>
            <a:off x="2131992" y="1096631"/>
            <a:ext cx="385845" cy="0"/>
          </a:xfrm>
          <a:prstGeom prst="straightConnector1">
            <a:avLst/>
          </a:prstGeom>
          <a:ln w="127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riangle 82">
            <a:extLst>
              <a:ext uri="{FF2B5EF4-FFF2-40B4-BE49-F238E27FC236}">
                <a16:creationId xmlns:a16="http://schemas.microsoft.com/office/drawing/2014/main" id="{F933CED9-743C-7C47-A0CD-0C14FC5F2A89}"/>
              </a:ext>
            </a:extLst>
          </p:cNvPr>
          <p:cNvSpPr/>
          <p:nvPr/>
        </p:nvSpPr>
        <p:spPr>
          <a:xfrm rot="9000000" flipV="1">
            <a:off x="4844991" y="996713"/>
            <a:ext cx="177937" cy="153394"/>
          </a:xfrm>
          <a:prstGeom prst="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51790CAF-AECA-4849-A7A3-56B80CDBF335}"/>
              </a:ext>
            </a:extLst>
          </p:cNvPr>
          <p:cNvSpPr/>
          <p:nvPr/>
        </p:nvSpPr>
        <p:spPr>
          <a:xfrm>
            <a:off x="2517837" y="1703812"/>
            <a:ext cx="1687321" cy="30621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runGABLAM</a:t>
            </a:r>
            <a:r>
              <a:rPr lang="en-US" sz="11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1C58E448-13A2-8646-A1A8-05A0CE7026B9}"/>
              </a:ext>
            </a:extLst>
          </p:cNvPr>
          <p:cNvSpPr/>
          <p:nvPr/>
        </p:nvSpPr>
        <p:spPr>
          <a:xfrm>
            <a:off x="5069233" y="1807247"/>
            <a:ext cx="677286" cy="18153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 err="1">
                <a:solidFill>
                  <a:schemeClr val="tx1"/>
                </a:solidFill>
              </a:rPr>
              <a:t>qry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D2D4CF96-B8D2-E94A-A40B-E0010ED18E69}"/>
              </a:ext>
            </a:extLst>
          </p:cNvPr>
          <p:cNvSpPr/>
          <p:nvPr/>
        </p:nvSpPr>
        <p:spPr>
          <a:xfrm>
            <a:off x="6035003" y="1807247"/>
            <a:ext cx="677286" cy="18153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hit</a:t>
            </a:r>
          </a:p>
        </p:txBody>
      </p:sp>
      <p:sp>
        <p:nvSpPr>
          <p:cNvPr id="90" name="Triangle 89">
            <a:extLst>
              <a:ext uri="{FF2B5EF4-FFF2-40B4-BE49-F238E27FC236}">
                <a16:creationId xmlns:a16="http://schemas.microsoft.com/office/drawing/2014/main" id="{9EF6D2F3-1C16-364D-8B2E-7FF14AB06A35}"/>
              </a:ext>
            </a:extLst>
          </p:cNvPr>
          <p:cNvSpPr/>
          <p:nvPr/>
        </p:nvSpPr>
        <p:spPr>
          <a:xfrm rot="9000000" flipV="1">
            <a:off x="4844991" y="1813497"/>
            <a:ext cx="177937" cy="153394"/>
          </a:xfrm>
          <a:prstGeom prst="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riangle 90">
            <a:extLst>
              <a:ext uri="{FF2B5EF4-FFF2-40B4-BE49-F238E27FC236}">
                <a16:creationId xmlns:a16="http://schemas.microsoft.com/office/drawing/2014/main" id="{55F75F65-7DDF-9D4A-8B76-58AD8D7F0E11}"/>
              </a:ext>
            </a:extLst>
          </p:cNvPr>
          <p:cNvSpPr/>
          <p:nvPr/>
        </p:nvSpPr>
        <p:spPr>
          <a:xfrm rot="9000000" flipV="1">
            <a:off x="5818244" y="1813496"/>
            <a:ext cx="177937" cy="153394"/>
          </a:xfrm>
          <a:prstGeom prst="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Triangle 91">
            <a:extLst>
              <a:ext uri="{FF2B5EF4-FFF2-40B4-BE49-F238E27FC236}">
                <a16:creationId xmlns:a16="http://schemas.microsoft.com/office/drawing/2014/main" id="{9FFBE40A-8B30-D642-BC04-EE1708C97192}"/>
              </a:ext>
            </a:extLst>
          </p:cNvPr>
          <p:cNvSpPr/>
          <p:nvPr/>
        </p:nvSpPr>
        <p:spPr>
          <a:xfrm>
            <a:off x="5322688" y="1620611"/>
            <a:ext cx="177937" cy="15339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riangle 92">
            <a:extLst>
              <a:ext uri="{FF2B5EF4-FFF2-40B4-BE49-F238E27FC236}">
                <a16:creationId xmlns:a16="http://schemas.microsoft.com/office/drawing/2014/main" id="{75C836BD-046E-8246-A2C8-AF4BEDF00CD8}"/>
              </a:ext>
            </a:extLst>
          </p:cNvPr>
          <p:cNvSpPr/>
          <p:nvPr/>
        </p:nvSpPr>
        <p:spPr>
          <a:xfrm>
            <a:off x="6287641" y="1620611"/>
            <a:ext cx="177937" cy="15339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6E96F675-917E-7243-8FF5-8C42CB2DCFD9}"/>
              </a:ext>
            </a:extLst>
          </p:cNvPr>
          <p:cNvCxnSpPr>
            <a:cxnSpLocks/>
            <a:stCxn id="77" idx="2"/>
            <a:endCxn id="85" idx="0"/>
          </p:cNvCxnSpPr>
          <p:nvPr/>
        </p:nvCxnSpPr>
        <p:spPr>
          <a:xfrm>
            <a:off x="3361498" y="1249738"/>
            <a:ext cx="0" cy="454074"/>
          </a:xfrm>
          <a:prstGeom prst="straightConnector1">
            <a:avLst/>
          </a:prstGeom>
          <a:ln w="127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riangle 94">
            <a:extLst>
              <a:ext uri="{FF2B5EF4-FFF2-40B4-BE49-F238E27FC236}">
                <a16:creationId xmlns:a16="http://schemas.microsoft.com/office/drawing/2014/main" id="{1199B274-3C99-7942-849A-8358BB36B111}"/>
              </a:ext>
            </a:extLst>
          </p:cNvPr>
          <p:cNvSpPr/>
          <p:nvPr/>
        </p:nvSpPr>
        <p:spPr>
          <a:xfrm>
            <a:off x="-168813" y="2001100"/>
            <a:ext cx="177937" cy="15339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B87C9A0A-7A0A-3344-A4B2-2A2272FF5F3C}"/>
              </a:ext>
            </a:extLst>
          </p:cNvPr>
          <p:cNvSpPr/>
          <p:nvPr/>
        </p:nvSpPr>
        <p:spPr>
          <a:xfrm>
            <a:off x="-429771" y="1796904"/>
            <a:ext cx="785712" cy="165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Check and skip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B0F311D7-5A71-BC43-A2AD-71A2A42A761C}"/>
              </a:ext>
            </a:extLst>
          </p:cNvPr>
          <p:cNvSpPr/>
          <p:nvPr/>
        </p:nvSpPr>
        <p:spPr>
          <a:xfrm>
            <a:off x="2517837" y="2470926"/>
            <a:ext cx="1687321" cy="30621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synBadMapping</a:t>
            </a:r>
            <a:r>
              <a:rPr lang="en-US" sz="11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D3A1B19C-84E7-624A-95B5-DC5971F2C07B}"/>
              </a:ext>
            </a:extLst>
          </p:cNvPr>
          <p:cNvSpPr/>
          <p:nvPr/>
        </p:nvSpPr>
        <p:spPr>
          <a:xfrm>
            <a:off x="5069233" y="2574361"/>
            <a:ext cx="677286" cy="18153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 err="1">
                <a:solidFill>
                  <a:schemeClr val="tx1"/>
                </a:solidFill>
              </a:rPr>
              <a:t>qry</a:t>
            </a:r>
            <a:r>
              <a:rPr lang="en-US" sz="1000" dirty="0">
                <a:solidFill>
                  <a:schemeClr val="tx1"/>
                </a:solidFill>
              </a:rPr>
              <a:t>/hit</a:t>
            </a:r>
          </a:p>
        </p:txBody>
      </p:sp>
      <p:sp>
        <p:nvSpPr>
          <p:cNvPr id="101" name="Triangle 100">
            <a:extLst>
              <a:ext uri="{FF2B5EF4-FFF2-40B4-BE49-F238E27FC236}">
                <a16:creationId xmlns:a16="http://schemas.microsoft.com/office/drawing/2014/main" id="{010090C5-A790-B64D-8961-CC5DA8EA8176}"/>
              </a:ext>
            </a:extLst>
          </p:cNvPr>
          <p:cNvSpPr/>
          <p:nvPr/>
        </p:nvSpPr>
        <p:spPr>
          <a:xfrm>
            <a:off x="5322688" y="2387725"/>
            <a:ext cx="177937" cy="15339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riangle 102">
            <a:extLst>
              <a:ext uri="{FF2B5EF4-FFF2-40B4-BE49-F238E27FC236}">
                <a16:creationId xmlns:a16="http://schemas.microsoft.com/office/drawing/2014/main" id="{DA981736-A3AE-144C-A0B3-54F6D5737D4F}"/>
              </a:ext>
            </a:extLst>
          </p:cNvPr>
          <p:cNvSpPr/>
          <p:nvPr/>
        </p:nvSpPr>
        <p:spPr>
          <a:xfrm flipV="1">
            <a:off x="5334244" y="2792415"/>
            <a:ext cx="177937" cy="153394"/>
          </a:xfrm>
          <a:prstGeom prst="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1F68F5FB-C66B-9345-ABC4-9E2BD59667F8}"/>
              </a:ext>
            </a:extLst>
          </p:cNvPr>
          <p:cNvSpPr/>
          <p:nvPr/>
        </p:nvSpPr>
        <p:spPr>
          <a:xfrm>
            <a:off x="5890090" y="2970500"/>
            <a:ext cx="773285" cy="461665"/>
          </a:xfrm>
          <a:prstGeom prst="rect">
            <a:avLst/>
          </a:prstGeom>
          <a:ln w="6350"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AU" sz="1000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GapSpan</a:t>
            </a:r>
            <a:b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AU" sz="1000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SynSpan</a:t>
            </a:r>
            <a:b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AU" sz="1000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SynBad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16298B22-AABD-DE4B-8D16-BB194C1286AB}"/>
              </a:ext>
            </a:extLst>
          </p:cNvPr>
          <p:cNvSpPr/>
          <p:nvPr/>
        </p:nvSpPr>
        <p:spPr>
          <a:xfrm>
            <a:off x="5909990" y="2583050"/>
            <a:ext cx="677286" cy="18153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gap</a:t>
            </a:r>
          </a:p>
        </p:txBody>
      </p:sp>
      <p:sp>
        <p:nvSpPr>
          <p:cNvPr id="107" name="Triangle 106">
            <a:extLst>
              <a:ext uri="{FF2B5EF4-FFF2-40B4-BE49-F238E27FC236}">
                <a16:creationId xmlns:a16="http://schemas.microsoft.com/office/drawing/2014/main" id="{FD9EF764-D1B2-6640-9F4F-4AB8DA734BD1}"/>
              </a:ext>
            </a:extLst>
          </p:cNvPr>
          <p:cNvSpPr/>
          <p:nvPr/>
        </p:nvSpPr>
        <p:spPr>
          <a:xfrm flipV="1">
            <a:off x="6175001" y="2792415"/>
            <a:ext cx="177937" cy="153394"/>
          </a:xfrm>
          <a:prstGeom prst="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CC07C9FD-66CD-FC46-8386-386C232EDE72}"/>
              </a:ext>
            </a:extLst>
          </p:cNvPr>
          <p:cNvSpPr/>
          <p:nvPr/>
        </p:nvSpPr>
        <p:spPr>
          <a:xfrm>
            <a:off x="5049333" y="2970500"/>
            <a:ext cx="773285" cy="153888"/>
          </a:xfrm>
          <a:prstGeom prst="rect">
            <a:avLst/>
          </a:prstGeom>
          <a:ln w="6350"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Gap details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9" name="Triangle 108">
            <a:extLst>
              <a:ext uri="{FF2B5EF4-FFF2-40B4-BE49-F238E27FC236}">
                <a16:creationId xmlns:a16="http://schemas.microsoft.com/office/drawing/2014/main" id="{3C75AF37-4485-1644-9899-AB98331C4581}"/>
              </a:ext>
            </a:extLst>
          </p:cNvPr>
          <p:cNvSpPr/>
          <p:nvPr/>
        </p:nvSpPr>
        <p:spPr>
          <a:xfrm>
            <a:off x="745587" y="2001100"/>
            <a:ext cx="177937" cy="153394"/>
          </a:xfrm>
          <a:prstGeom prst="triangle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E170F91F-8752-FC44-AA86-FA5098BE56B0}"/>
              </a:ext>
            </a:extLst>
          </p:cNvPr>
          <p:cNvSpPr/>
          <p:nvPr/>
        </p:nvSpPr>
        <p:spPr>
          <a:xfrm>
            <a:off x="484629" y="1796904"/>
            <a:ext cx="700151" cy="165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Load and skip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11" name="Rounded Rectangle 110">
            <a:extLst>
              <a:ext uri="{FF2B5EF4-FFF2-40B4-BE49-F238E27FC236}">
                <a16:creationId xmlns:a16="http://schemas.microsoft.com/office/drawing/2014/main" id="{EB0299D9-DF17-B940-B822-2A682DA2AAAD}"/>
              </a:ext>
            </a:extLst>
          </p:cNvPr>
          <p:cNvSpPr/>
          <p:nvPr/>
        </p:nvSpPr>
        <p:spPr>
          <a:xfrm>
            <a:off x="-497544" y="3002250"/>
            <a:ext cx="677286" cy="18153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TABLE</a:t>
            </a: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80B99919-0D42-CB4B-B5A7-1C8AF096FCB1}"/>
              </a:ext>
            </a:extLst>
          </p:cNvPr>
          <p:cNvCxnSpPr>
            <a:cxnSpLocks/>
            <a:stCxn id="85" idx="2"/>
            <a:endCxn id="98" idx="0"/>
          </p:cNvCxnSpPr>
          <p:nvPr/>
        </p:nvCxnSpPr>
        <p:spPr>
          <a:xfrm>
            <a:off x="3361498" y="2010026"/>
            <a:ext cx="0" cy="460900"/>
          </a:xfrm>
          <a:prstGeom prst="straightConnector1">
            <a:avLst/>
          </a:prstGeom>
          <a:ln w="127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09521E63-0878-294E-8356-BBA7DE3616AC}"/>
              </a:ext>
            </a:extLst>
          </p:cNvPr>
          <p:cNvSpPr/>
          <p:nvPr/>
        </p:nvSpPr>
        <p:spPr>
          <a:xfrm>
            <a:off x="2517837" y="3551870"/>
            <a:ext cx="1687321" cy="30621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contigMapping</a:t>
            </a:r>
            <a:r>
              <a:rPr lang="en-US" sz="11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0E8FF9E5-F7E9-D240-918F-29010E93B9F1}"/>
              </a:ext>
            </a:extLst>
          </p:cNvPr>
          <p:cNvCxnSpPr>
            <a:cxnSpLocks/>
            <a:stCxn id="98" idx="2"/>
            <a:endCxn id="97" idx="0"/>
          </p:cNvCxnSpPr>
          <p:nvPr/>
        </p:nvCxnSpPr>
        <p:spPr>
          <a:xfrm>
            <a:off x="3361498" y="2777140"/>
            <a:ext cx="0" cy="774730"/>
          </a:xfrm>
          <a:prstGeom prst="straightConnector1">
            <a:avLst/>
          </a:prstGeom>
          <a:ln w="127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9873B24C-156A-004B-BB6B-67546818F21E}"/>
              </a:ext>
            </a:extLst>
          </p:cNvPr>
          <p:cNvSpPr/>
          <p:nvPr/>
        </p:nvSpPr>
        <p:spPr>
          <a:xfrm>
            <a:off x="-185086" y="3698082"/>
            <a:ext cx="677286" cy="18153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full</a:t>
            </a:r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D4BB0464-6856-B149-8557-B9D5D03131AB}"/>
              </a:ext>
            </a:extLst>
          </p:cNvPr>
          <p:cNvSpPr/>
          <p:nvPr/>
        </p:nvSpPr>
        <p:spPr>
          <a:xfrm>
            <a:off x="-185086" y="4071648"/>
            <a:ext cx="677286" cy="18153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blocks</a:t>
            </a:r>
          </a:p>
        </p:txBody>
      </p:sp>
      <p:sp>
        <p:nvSpPr>
          <p:cNvPr id="113" name="Rounded Rectangle 112">
            <a:extLst>
              <a:ext uri="{FF2B5EF4-FFF2-40B4-BE49-F238E27FC236}">
                <a16:creationId xmlns:a16="http://schemas.microsoft.com/office/drawing/2014/main" id="{C32C943A-D883-A249-A0E4-22C685C25F04}"/>
              </a:ext>
            </a:extLst>
          </p:cNvPr>
          <p:cNvSpPr/>
          <p:nvPr/>
        </p:nvSpPr>
        <p:spPr>
          <a:xfrm>
            <a:off x="-185086" y="4411760"/>
            <a:ext cx="677286" cy="18153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contigs</a:t>
            </a: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E81BB20B-B8EB-D242-B410-BDFCE0C784CC}"/>
              </a:ext>
            </a:extLst>
          </p:cNvPr>
          <p:cNvSpPr/>
          <p:nvPr/>
        </p:nvSpPr>
        <p:spPr>
          <a:xfrm>
            <a:off x="-185086" y="4740721"/>
            <a:ext cx="677286" cy="18153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flanks</a:t>
            </a:r>
          </a:p>
        </p:txBody>
      </p: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536E95D2-F39C-B543-86C4-76706FE13DCE}"/>
              </a:ext>
            </a:extLst>
          </p:cNvPr>
          <p:cNvSpPr/>
          <p:nvPr/>
        </p:nvSpPr>
        <p:spPr>
          <a:xfrm>
            <a:off x="-185086" y="5203907"/>
            <a:ext cx="677286" cy="18153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 err="1">
                <a:solidFill>
                  <a:schemeClr val="tx1"/>
                </a:solidFill>
              </a:rPr>
              <a:t>hicpairs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16" name="Rounded Rectangle 115">
            <a:extLst>
              <a:ext uri="{FF2B5EF4-FFF2-40B4-BE49-F238E27FC236}">
                <a16:creationId xmlns:a16="http://schemas.microsoft.com/office/drawing/2014/main" id="{3971E5BE-CFCE-1141-A818-E8EFBEC951DD}"/>
              </a:ext>
            </a:extLst>
          </p:cNvPr>
          <p:cNvSpPr/>
          <p:nvPr/>
        </p:nvSpPr>
        <p:spPr>
          <a:xfrm>
            <a:off x="-185086" y="5475904"/>
            <a:ext cx="677286" cy="18153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 err="1">
                <a:solidFill>
                  <a:schemeClr val="tx1"/>
                </a:solidFill>
              </a:rPr>
              <a:t>hicbest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80F23AF2-96A2-F044-B41A-3410AFC1301E}"/>
              </a:ext>
            </a:extLst>
          </p:cNvPr>
          <p:cNvSpPr/>
          <p:nvPr/>
        </p:nvSpPr>
        <p:spPr>
          <a:xfrm>
            <a:off x="-185086" y="5755483"/>
            <a:ext cx="677286" cy="18153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corrections</a:t>
            </a:r>
          </a:p>
        </p:txBody>
      </p:sp>
      <p:sp>
        <p:nvSpPr>
          <p:cNvPr id="118" name="Rounded Rectangle 117">
            <a:extLst>
              <a:ext uri="{FF2B5EF4-FFF2-40B4-BE49-F238E27FC236}">
                <a16:creationId xmlns:a16="http://schemas.microsoft.com/office/drawing/2014/main" id="{5DA77D00-51D7-2E42-B22C-8D3109C84711}"/>
              </a:ext>
            </a:extLst>
          </p:cNvPr>
          <p:cNvSpPr/>
          <p:nvPr/>
        </p:nvSpPr>
        <p:spPr>
          <a:xfrm>
            <a:off x="-185086" y="6056566"/>
            <a:ext cx="677286" cy="18153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summary</a:t>
            </a: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id="{D91DABC0-C677-9F4F-9691-BBFEE504DC4A}"/>
              </a:ext>
            </a:extLst>
          </p:cNvPr>
          <p:cNvSpPr/>
          <p:nvPr/>
        </p:nvSpPr>
        <p:spPr>
          <a:xfrm>
            <a:off x="517441" y="4740721"/>
            <a:ext cx="456196" cy="181535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 err="1">
                <a:solidFill>
                  <a:schemeClr val="tx1"/>
                </a:solidFill>
              </a:rPr>
              <a:t>fasta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21" name="Rounded Rectangle 120">
            <a:extLst>
              <a:ext uri="{FF2B5EF4-FFF2-40B4-BE49-F238E27FC236}">
                <a16:creationId xmlns:a16="http://schemas.microsoft.com/office/drawing/2014/main" id="{415B927D-9100-DA42-9D35-606534F65178}"/>
              </a:ext>
            </a:extLst>
          </p:cNvPr>
          <p:cNvSpPr/>
          <p:nvPr/>
        </p:nvSpPr>
        <p:spPr>
          <a:xfrm>
            <a:off x="1010029" y="4740721"/>
            <a:ext cx="456190" cy="181535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bed</a:t>
            </a:r>
          </a:p>
        </p:txBody>
      </p:sp>
      <p:sp>
        <p:nvSpPr>
          <p:cNvPr id="122" name="Rounded Rectangle 121">
            <a:extLst>
              <a:ext uri="{FF2B5EF4-FFF2-40B4-BE49-F238E27FC236}">
                <a16:creationId xmlns:a16="http://schemas.microsoft.com/office/drawing/2014/main" id="{1B98084C-2184-F142-80B4-529C2D89BA7A}"/>
              </a:ext>
            </a:extLst>
          </p:cNvPr>
          <p:cNvSpPr/>
          <p:nvPr/>
        </p:nvSpPr>
        <p:spPr>
          <a:xfrm>
            <a:off x="517441" y="4405977"/>
            <a:ext cx="456196" cy="181535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 err="1">
                <a:solidFill>
                  <a:schemeClr val="tx1"/>
                </a:solidFill>
              </a:rPr>
              <a:t>fasta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23" name="Rounded Rectangle 122">
            <a:extLst>
              <a:ext uri="{FF2B5EF4-FFF2-40B4-BE49-F238E27FC236}">
                <a16:creationId xmlns:a16="http://schemas.microsoft.com/office/drawing/2014/main" id="{5A553056-FDF6-3947-B6C5-699F36C28E3F}"/>
              </a:ext>
            </a:extLst>
          </p:cNvPr>
          <p:cNvSpPr/>
          <p:nvPr/>
        </p:nvSpPr>
        <p:spPr>
          <a:xfrm>
            <a:off x="1010029" y="4405977"/>
            <a:ext cx="456190" cy="181535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map</a:t>
            </a:r>
          </a:p>
        </p:txBody>
      </p:sp>
      <p:sp>
        <p:nvSpPr>
          <p:cNvPr id="124" name="Rounded Rectangle 123">
            <a:extLst>
              <a:ext uri="{FF2B5EF4-FFF2-40B4-BE49-F238E27FC236}">
                <a16:creationId xmlns:a16="http://schemas.microsoft.com/office/drawing/2014/main" id="{CEDEBF81-340C-D445-BDBB-C3C634E80621}"/>
              </a:ext>
            </a:extLst>
          </p:cNvPr>
          <p:cNvSpPr/>
          <p:nvPr/>
        </p:nvSpPr>
        <p:spPr>
          <a:xfrm>
            <a:off x="517441" y="5755483"/>
            <a:ext cx="456196" cy="181535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 err="1">
                <a:solidFill>
                  <a:schemeClr val="tx1"/>
                </a:solidFill>
              </a:rPr>
              <a:t>fasta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25" name="Rounded Rectangle 124">
            <a:extLst>
              <a:ext uri="{FF2B5EF4-FFF2-40B4-BE49-F238E27FC236}">
                <a16:creationId xmlns:a16="http://schemas.microsoft.com/office/drawing/2014/main" id="{E89E3AB2-E6AF-D643-B038-C128EA15D452}"/>
              </a:ext>
            </a:extLst>
          </p:cNvPr>
          <p:cNvSpPr/>
          <p:nvPr/>
        </p:nvSpPr>
        <p:spPr>
          <a:xfrm>
            <a:off x="1010029" y="5755483"/>
            <a:ext cx="456190" cy="181535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map</a:t>
            </a:r>
          </a:p>
        </p:txBody>
      </p:sp>
      <p:sp>
        <p:nvSpPr>
          <p:cNvPr id="126" name="Rounded Rectangle 125">
            <a:extLst>
              <a:ext uri="{FF2B5EF4-FFF2-40B4-BE49-F238E27FC236}">
                <a16:creationId xmlns:a16="http://schemas.microsoft.com/office/drawing/2014/main" id="{5EA8C29B-0493-ED4A-94A6-08CE8A3834C8}"/>
              </a:ext>
            </a:extLst>
          </p:cNvPr>
          <p:cNvSpPr/>
          <p:nvPr/>
        </p:nvSpPr>
        <p:spPr>
          <a:xfrm>
            <a:off x="-185086" y="3241820"/>
            <a:ext cx="677286" cy="18153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gap</a:t>
            </a:r>
          </a:p>
        </p:txBody>
      </p:sp>
      <p:sp>
        <p:nvSpPr>
          <p:cNvPr id="127" name="Rounded Rectangle 126">
            <a:extLst>
              <a:ext uri="{FF2B5EF4-FFF2-40B4-BE49-F238E27FC236}">
                <a16:creationId xmlns:a16="http://schemas.microsoft.com/office/drawing/2014/main" id="{EFCC7B75-A5EB-E74F-AC07-E868E8C43494}"/>
              </a:ext>
            </a:extLst>
          </p:cNvPr>
          <p:cNvSpPr/>
          <p:nvPr/>
        </p:nvSpPr>
        <p:spPr>
          <a:xfrm>
            <a:off x="-185086" y="3472496"/>
            <a:ext cx="677286" cy="18153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 err="1">
                <a:solidFill>
                  <a:schemeClr val="tx1"/>
                </a:solidFill>
              </a:rPr>
              <a:t>qry</a:t>
            </a:r>
            <a:r>
              <a:rPr lang="en-US" sz="1000" dirty="0">
                <a:solidFill>
                  <a:schemeClr val="tx1"/>
                </a:solidFill>
              </a:rPr>
              <a:t>/hit</a:t>
            </a:r>
          </a:p>
        </p:txBody>
      </p:sp>
      <p:sp>
        <p:nvSpPr>
          <p:cNvPr id="128" name="Rounded Rectangle 127">
            <a:extLst>
              <a:ext uri="{FF2B5EF4-FFF2-40B4-BE49-F238E27FC236}">
                <a16:creationId xmlns:a16="http://schemas.microsoft.com/office/drawing/2014/main" id="{077D6E51-35FA-5542-BB7D-901F9981EB50}"/>
              </a:ext>
            </a:extLst>
          </p:cNvPr>
          <p:cNvSpPr/>
          <p:nvPr/>
        </p:nvSpPr>
        <p:spPr>
          <a:xfrm>
            <a:off x="3474007" y="4836224"/>
            <a:ext cx="1952781" cy="30621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makeContigsAndFlanks</a:t>
            </a:r>
            <a:r>
              <a:rPr lang="en-US" sz="11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1176933E-75E4-CD48-A774-95B483599EFE}"/>
              </a:ext>
            </a:extLst>
          </p:cNvPr>
          <p:cNvCxnSpPr>
            <a:cxnSpLocks/>
            <a:stCxn id="97" idx="3"/>
            <a:endCxn id="128" idx="0"/>
          </p:cNvCxnSpPr>
          <p:nvPr/>
        </p:nvCxnSpPr>
        <p:spPr>
          <a:xfrm>
            <a:off x="4205158" y="3704977"/>
            <a:ext cx="245240" cy="1131247"/>
          </a:xfrm>
          <a:prstGeom prst="straightConnector1">
            <a:avLst/>
          </a:prstGeom>
          <a:ln w="127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Rounded Rectangle 129">
            <a:extLst>
              <a:ext uri="{FF2B5EF4-FFF2-40B4-BE49-F238E27FC236}">
                <a16:creationId xmlns:a16="http://schemas.microsoft.com/office/drawing/2014/main" id="{B89D6704-C7BB-1D4C-8F7A-BB771BBBB4DB}"/>
              </a:ext>
            </a:extLst>
          </p:cNvPr>
          <p:cNvSpPr/>
          <p:nvPr/>
        </p:nvSpPr>
        <p:spPr>
          <a:xfrm>
            <a:off x="5547820" y="4798496"/>
            <a:ext cx="677286" cy="18153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contigs</a:t>
            </a:r>
          </a:p>
        </p:txBody>
      </p:sp>
      <p:sp>
        <p:nvSpPr>
          <p:cNvPr id="131" name="Rounded Rectangle 130">
            <a:extLst>
              <a:ext uri="{FF2B5EF4-FFF2-40B4-BE49-F238E27FC236}">
                <a16:creationId xmlns:a16="http://schemas.microsoft.com/office/drawing/2014/main" id="{245BC4E8-A2CF-C447-A132-896782D52C23}"/>
              </a:ext>
            </a:extLst>
          </p:cNvPr>
          <p:cNvSpPr/>
          <p:nvPr/>
        </p:nvSpPr>
        <p:spPr>
          <a:xfrm>
            <a:off x="6029257" y="3830413"/>
            <a:ext cx="677286" cy="18153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flanks</a:t>
            </a:r>
          </a:p>
        </p:txBody>
      </p:sp>
      <p:sp>
        <p:nvSpPr>
          <p:cNvPr id="132" name="Rounded Rectangle 131">
            <a:extLst>
              <a:ext uri="{FF2B5EF4-FFF2-40B4-BE49-F238E27FC236}">
                <a16:creationId xmlns:a16="http://schemas.microsoft.com/office/drawing/2014/main" id="{BC51D4A8-98D6-D24E-BEFC-15169F73CA52}"/>
              </a:ext>
            </a:extLst>
          </p:cNvPr>
          <p:cNvSpPr/>
          <p:nvPr/>
        </p:nvSpPr>
        <p:spPr>
          <a:xfrm>
            <a:off x="5551447" y="5044729"/>
            <a:ext cx="677286" cy="18153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flanks</a:t>
            </a:r>
          </a:p>
        </p:txBody>
      </p:sp>
      <p:sp>
        <p:nvSpPr>
          <p:cNvPr id="133" name="Rounded Rectangle 132">
            <a:extLst>
              <a:ext uri="{FF2B5EF4-FFF2-40B4-BE49-F238E27FC236}">
                <a16:creationId xmlns:a16="http://schemas.microsoft.com/office/drawing/2014/main" id="{35B4DCDD-5A67-F14A-A63C-5103F4F34971}"/>
              </a:ext>
            </a:extLst>
          </p:cNvPr>
          <p:cNvSpPr/>
          <p:nvPr/>
        </p:nvSpPr>
        <p:spPr>
          <a:xfrm>
            <a:off x="6250347" y="5044729"/>
            <a:ext cx="456196" cy="181535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 err="1">
                <a:solidFill>
                  <a:schemeClr val="tx1"/>
                </a:solidFill>
              </a:rPr>
              <a:t>fasta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E68A2429-13CB-5F48-96A4-8CD3E115E9B1}"/>
              </a:ext>
            </a:extLst>
          </p:cNvPr>
          <p:cNvSpPr/>
          <p:nvPr/>
        </p:nvSpPr>
        <p:spPr>
          <a:xfrm>
            <a:off x="6742935" y="5044729"/>
            <a:ext cx="456190" cy="181535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bed</a:t>
            </a:r>
          </a:p>
        </p:txBody>
      </p: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9648F078-49BD-CF49-B349-7C1FB5769931}"/>
              </a:ext>
            </a:extLst>
          </p:cNvPr>
          <p:cNvSpPr/>
          <p:nvPr/>
        </p:nvSpPr>
        <p:spPr>
          <a:xfrm>
            <a:off x="6250347" y="4792713"/>
            <a:ext cx="456196" cy="181535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 err="1">
                <a:solidFill>
                  <a:schemeClr val="tx1"/>
                </a:solidFill>
              </a:rPr>
              <a:t>fasta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38" name="Triangle 137">
            <a:extLst>
              <a:ext uri="{FF2B5EF4-FFF2-40B4-BE49-F238E27FC236}">
                <a16:creationId xmlns:a16="http://schemas.microsoft.com/office/drawing/2014/main" id="{533F4719-DD71-C640-B903-F51554357AC1}"/>
              </a:ext>
            </a:extLst>
          </p:cNvPr>
          <p:cNvSpPr/>
          <p:nvPr/>
        </p:nvSpPr>
        <p:spPr>
          <a:xfrm>
            <a:off x="5305308" y="3452666"/>
            <a:ext cx="177937" cy="153394"/>
          </a:xfrm>
          <a:prstGeom prst="triangle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ounded Rectangle 138">
            <a:extLst>
              <a:ext uri="{FF2B5EF4-FFF2-40B4-BE49-F238E27FC236}">
                <a16:creationId xmlns:a16="http://schemas.microsoft.com/office/drawing/2014/main" id="{F56C4BDE-F254-F44F-B0A9-A53B6C01FA49}"/>
              </a:ext>
            </a:extLst>
          </p:cNvPr>
          <p:cNvSpPr/>
          <p:nvPr/>
        </p:nvSpPr>
        <p:spPr>
          <a:xfrm>
            <a:off x="5049333" y="3647991"/>
            <a:ext cx="677286" cy="18153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gap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17539D73-052D-B243-A8BA-B309D07B3023}"/>
              </a:ext>
            </a:extLst>
          </p:cNvPr>
          <p:cNvSpPr/>
          <p:nvPr/>
        </p:nvSpPr>
        <p:spPr>
          <a:xfrm>
            <a:off x="5037021" y="4046593"/>
            <a:ext cx="773285" cy="153888"/>
          </a:xfrm>
          <a:prstGeom prst="rect">
            <a:avLst/>
          </a:prstGeom>
          <a:ln w="6350"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AU" sz="1000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GapFlanks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1" name="Triangle 140">
            <a:extLst>
              <a:ext uri="{FF2B5EF4-FFF2-40B4-BE49-F238E27FC236}">
                <a16:creationId xmlns:a16="http://schemas.microsoft.com/office/drawing/2014/main" id="{CA058397-093D-3C49-977C-767076E7CDB3}"/>
              </a:ext>
            </a:extLst>
          </p:cNvPr>
          <p:cNvSpPr/>
          <p:nvPr/>
        </p:nvSpPr>
        <p:spPr>
          <a:xfrm flipV="1">
            <a:off x="5321932" y="3868508"/>
            <a:ext cx="177937" cy="153394"/>
          </a:xfrm>
          <a:prstGeom prst="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ounded Rectangle 141">
            <a:extLst>
              <a:ext uri="{FF2B5EF4-FFF2-40B4-BE49-F238E27FC236}">
                <a16:creationId xmlns:a16="http://schemas.microsoft.com/office/drawing/2014/main" id="{8B8960A0-4606-4240-9DCA-AB5EB249239F}"/>
              </a:ext>
            </a:extLst>
          </p:cNvPr>
          <p:cNvSpPr/>
          <p:nvPr/>
        </p:nvSpPr>
        <p:spPr>
          <a:xfrm>
            <a:off x="6022610" y="3650277"/>
            <a:ext cx="677286" cy="18153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contigs</a:t>
            </a:r>
          </a:p>
        </p:txBody>
      </p:sp>
      <p:sp>
        <p:nvSpPr>
          <p:cNvPr id="143" name="Triangle 142">
            <a:extLst>
              <a:ext uri="{FF2B5EF4-FFF2-40B4-BE49-F238E27FC236}">
                <a16:creationId xmlns:a16="http://schemas.microsoft.com/office/drawing/2014/main" id="{C234CD56-2919-554D-8EE1-1BE50B4E33AA}"/>
              </a:ext>
            </a:extLst>
          </p:cNvPr>
          <p:cNvSpPr/>
          <p:nvPr/>
        </p:nvSpPr>
        <p:spPr>
          <a:xfrm rot="9000000" flipV="1">
            <a:off x="6664080" y="3647872"/>
            <a:ext cx="177937" cy="153394"/>
          </a:xfrm>
          <a:prstGeom prst="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Triangle 143">
            <a:extLst>
              <a:ext uri="{FF2B5EF4-FFF2-40B4-BE49-F238E27FC236}">
                <a16:creationId xmlns:a16="http://schemas.microsoft.com/office/drawing/2014/main" id="{A53DDFD4-823A-A04B-AE09-39B93EE787D1}"/>
              </a:ext>
            </a:extLst>
          </p:cNvPr>
          <p:cNvSpPr/>
          <p:nvPr/>
        </p:nvSpPr>
        <p:spPr>
          <a:xfrm>
            <a:off x="6275464" y="3452666"/>
            <a:ext cx="177937" cy="153394"/>
          </a:xfrm>
          <a:prstGeom prst="triangle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Triangle 144">
            <a:extLst>
              <a:ext uri="{FF2B5EF4-FFF2-40B4-BE49-F238E27FC236}">
                <a16:creationId xmlns:a16="http://schemas.microsoft.com/office/drawing/2014/main" id="{2D87CD39-07DB-A640-90F7-A86EF8944571}"/>
              </a:ext>
            </a:extLst>
          </p:cNvPr>
          <p:cNvSpPr/>
          <p:nvPr/>
        </p:nvSpPr>
        <p:spPr>
          <a:xfrm rot="9000000" flipV="1">
            <a:off x="6664080" y="3831868"/>
            <a:ext cx="177937" cy="153394"/>
          </a:xfrm>
          <a:prstGeom prst="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ounded Rectangle 145">
            <a:extLst>
              <a:ext uri="{FF2B5EF4-FFF2-40B4-BE49-F238E27FC236}">
                <a16:creationId xmlns:a16="http://schemas.microsoft.com/office/drawing/2014/main" id="{B95B3182-1EBE-BF49-9D72-FDF540457787}"/>
              </a:ext>
            </a:extLst>
          </p:cNvPr>
          <p:cNvSpPr/>
          <p:nvPr/>
        </p:nvSpPr>
        <p:spPr>
          <a:xfrm>
            <a:off x="6268617" y="5484089"/>
            <a:ext cx="456190" cy="181535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map</a:t>
            </a:r>
          </a:p>
        </p:txBody>
      </p:sp>
      <p:sp>
        <p:nvSpPr>
          <p:cNvPr id="148" name="Rounded Rectangle 147">
            <a:extLst>
              <a:ext uri="{FF2B5EF4-FFF2-40B4-BE49-F238E27FC236}">
                <a16:creationId xmlns:a16="http://schemas.microsoft.com/office/drawing/2014/main" id="{21D8778B-8C0F-934C-87B8-5522BCC99DC7}"/>
              </a:ext>
            </a:extLst>
          </p:cNvPr>
          <p:cNvSpPr/>
          <p:nvPr/>
        </p:nvSpPr>
        <p:spPr>
          <a:xfrm>
            <a:off x="6266246" y="6087307"/>
            <a:ext cx="456196" cy="181535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 err="1">
                <a:solidFill>
                  <a:schemeClr val="tx1"/>
                </a:solidFill>
              </a:rPr>
              <a:t>fasta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49" name="Triangle 148">
            <a:extLst>
              <a:ext uri="{FF2B5EF4-FFF2-40B4-BE49-F238E27FC236}">
                <a16:creationId xmlns:a16="http://schemas.microsoft.com/office/drawing/2014/main" id="{F28FEAAE-20EE-2448-8632-EAA68E5BB208}"/>
              </a:ext>
            </a:extLst>
          </p:cNvPr>
          <p:cNvSpPr/>
          <p:nvPr/>
        </p:nvSpPr>
        <p:spPr>
          <a:xfrm rot="9000000" flipV="1">
            <a:off x="-1114019" y="2417970"/>
            <a:ext cx="177937" cy="153394"/>
          </a:xfrm>
          <a:prstGeom prst="triangl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AF181771-F573-7D40-9182-B3B1D14566F6}"/>
              </a:ext>
            </a:extLst>
          </p:cNvPr>
          <p:cNvSpPr/>
          <p:nvPr/>
        </p:nvSpPr>
        <p:spPr>
          <a:xfrm>
            <a:off x="-1635726" y="2447464"/>
            <a:ext cx="552977" cy="1657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AU" sz="1000" dirty="0">
                <a:latin typeface="Calibri" panose="020F0502020204030204" pitchFamily="34" charset="0"/>
                <a:ea typeface="Times New Roman" panose="02020603050405020304" pitchFamily="18" charset="0"/>
              </a:rPr>
              <a:t>Create</a:t>
            </a:r>
            <a:endParaRPr lang="en-AU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51" name="Triangle 150">
            <a:extLst>
              <a:ext uri="{FF2B5EF4-FFF2-40B4-BE49-F238E27FC236}">
                <a16:creationId xmlns:a16="http://schemas.microsoft.com/office/drawing/2014/main" id="{3CA9B62C-0B14-C14A-B86C-3A63312E8666}"/>
              </a:ext>
            </a:extLst>
          </p:cNvPr>
          <p:cNvSpPr/>
          <p:nvPr/>
        </p:nvSpPr>
        <p:spPr>
          <a:xfrm rot="9000000" flipV="1">
            <a:off x="5810888" y="3655754"/>
            <a:ext cx="177937" cy="153394"/>
          </a:xfrm>
          <a:prstGeom prst="triangl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Triangle 151">
            <a:extLst>
              <a:ext uri="{FF2B5EF4-FFF2-40B4-BE49-F238E27FC236}">
                <a16:creationId xmlns:a16="http://schemas.microsoft.com/office/drawing/2014/main" id="{BA57E2CA-BB83-4345-948E-64929693C1BA}"/>
              </a:ext>
            </a:extLst>
          </p:cNvPr>
          <p:cNvSpPr/>
          <p:nvPr/>
        </p:nvSpPr>
        <p:spPr>
          <a:xfrm rot="9000000" flipV="1">
            <a:off x="5810888" y="3839748"/>
            <a:ext cx="177937" cy="153394"/>
          </a:xfrm>
          <a:prstGeom prst="triangl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Rounded Rectangle 152">
            <a:extLst>
              <a:ext uri="{FF2B5EF4-FFF2-40B4-BE49-F238E27FC236}">
                <a16:creationId xmlns:a16="http://schemas.microsoft.com/office/drawing/2014/main" id="{14EFBC46-DBE4-D249-87D6-159F4F3439E2}"/>
              </a:ext>
            </a:extLst>
          </p:cNvPr>
          <p:cNvSpPr/>
          <p:nvPr/>
        </p:nvSpPr>
        <p:spPr>
          <a:xfrm>
            <a:off x="3474007" y="5421748"/>
            <a:ext cx="1952781" cy="30621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makeAssemblyMap</a:t>
            </a:r>
            <a:r>
              <a:rPr lang="en-US" sz="11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154" name="Rounded Rectangle 153">
            <a:extLst>
              <a:ext uri="{FF2B5EF4-FFF2-40B4-BE49-F238E27FC236}">
                <a16:creationId xmlns:a16="http://schemas.microsoft.com/office/drawing/2014/main" id="{F20613AF-8BD0-BD4E-9778-C94859CE71A9}"/>
              </a:ext>
            </a:extLst>
          </p:cNvPr>
          <p:cNvSpPr/>
          <p:nvPr/>
        </p:nvSpPr>
        <p:spPr>
          <a:xfrm>
            <a:off x="3474007" y="6024732"/>
            <a:ext cx="1952781" cy="30621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saveAssemblyMaps</a:t>
            </a:r>
            <a:r>
              <a:rPr lang="en-US" sz="11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155" name="Rounded Rectangle 154">
            <a:extLst>
              <a:ext uri="{FF2B5EF4-FFF2-40B4-BE49-F238E27FC236}">
                <a16:creationId xmlns:a16="http://schemas.microsoft.com/office/drawing/2014/main" id="{BB7C8AB1-9A56-E84C-8DC9-85DBF1015753}"/>
              </a:ext>
            </a:extLst>
          </p:cNvPr>
          <p:cNvSpPr/>
          <p:nvPr/>
        </p:nvSpPr>
        <p:spPr>
          <a:xfrm>
            <a:off x="4457045" y="3650276"/>
            <a:ext cx="456190" cy="181535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map</a:t>
            </a:r>
          </a:p>
        </p:txBody>
      </p:sp>
      <p:sp>
        <p:nvSpPr>
          <p:cNvPr id="156" name="Triangle 155">
            <a:extLst>
              <a:ext uri="{FF2B5EF4-FFF2-40B4-BE49-F238E27FC236}">
                <a16:creationId xmlns:a16="http://schemas.microsoft.com/office/drawing/2014/main" id="{F88DD87B-FD67-CC4B-9840-F2A6B7D211DC}"/>
              </a:ext>
            </a:extLst>
          </p:cNvPr>
          <p:cNvSpPr/>
          <p:nvPr/>
        </p:nvSpPr>
        <p:spPr>
          <a:xfrm>
            <a:off x="4617467" y="3452666"/>
            <a:ext cx="177937" cy="153394"/>
          </a:xfrm>
          <a:prstGeom prst="triangle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CD8921B9-80E1-2748-B8DB-6600065C94D5}"/>
              </a:ext>
            </a:extLst>
          </p:cNvPr>
          <p:cNvCxnSpPr>
            <a:cxnSpLocks/>
            <a:stCxn id="128" idx="2"/>
            <a:endCxn id="153" idx="0"/>
          </p:cNvCxnSpPr>
          <p:nvPr/>
        </p:nvCxnSpPr>
        <p:spPr>
          <a:xfrm>
            <a:off x="4450398" y="5142438"/>
            <a:ext cx="0" cy="279310"/>
          </a:xfrm>
          <a:prstGeom prst="straightConnector1">
            <a:avLst/>
          </a:prstGeom>
          <a:ln w="127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AEBF3C8B-9D94-4142-BC89-6502D3BA439E}"/>
              </a:ext>
            </a:extLst>
          </p:cNvPr>
          <p:cNvCxnSpPr>
            <a:cxnSpLocks/>
            <a:stCxn id="153" idx="2"/>
            <a:endCxn id="154" idx="0"/>
          </p:cNvCxnSpPr>
          <p:nvPr/>
        </p:nvCxnSpPr>
        <p:spPr>
          <a:xfrm>
            <a:off x="4450398" y="5727962"/>
            <a:ext cx="0" cy="296770"/>
          </a:xfrm>
          <a:prstGeom prst="straightConnector1">
            <a:avLst/>
          </a:prstGeom>
          <a:ln w="127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Rounded Rectangle 158">
            <a:extLst>
              <a:ext uri="{FF2B5EF4-FFF2-40B4-BE49-F238E27FC236}">
                <a16:creationId xmlns:a16="http://schemas.microsoft.com/office/drawing/2014/main" id="{F8FC373F-899A-5A4C-BA9F-119BF097B203}"/>
              </a:ext>
            </a:extLst>
          </p:cNvPr>
          <p:cNvSpPr/>
          <p:nvPr/>
        </p:nvSpPr>
        <p:spPr>
          <a:xfrm>
            <a:off x="2517837" y="6774573"/>
            <a:ext cx="1687321" cy="30621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mapNewFlanks</a:t>
            </a:r>
            <a:r>
              <a:rPr lang="en-US" sz="11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2A7F0F2B-9566-1546-B988-8C1CAC348F54}"/>
              </a:ext>
            </a:extLst>
          </p:cNvPr>
          <p:cNvCxnSpPr>
            <a:cxnSpLocks/>
            <a:stCxn id="97" idx="2"/>
            <a:endCxn id="159" idx="0"/>
          </p:cNvCxnSpPr>
          <p:nvPr/>
        </p:nvCxnSpPr>
        <p:spPr>
          <a:xfrm>
            <a:off x="3361498" y="3858084"/>
            <a:ext cx="0" cy="2916489"/>
          </a:xfrm>
          <a:prstGeom prst="straightConnector1">
            <a:avLst/>
          </a:prstGeom>
          <a:ln w="127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Rounded Rectangle 160">
            <a:extLst>
              <a:ext uri="{FF2B5EF4-FFF2-40B4-BE49-F238E27FC236}">
                <a16:creationId xmlns:a16="http://schemas.microsoft.com/office/drawing/2014/main" id="{559367B9-A95F-0640-A5F0-C53C8BF1C42C}"/>
              </a:ext>
            </a:extLst>
          </p:cNvPr>
          <p:cNvSpPr/>
          <p:nvPr/>
        </p:nvSpPr>
        <p:spPr>
          <a:xfrm>
            <a:off x="4571429" y="6777859"/>
            <a:ext cx="1952781" cy="30621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mapFlanksToGenome</a:t>
            </a:r>
            <a:r>
              <a:rPr lang="en-US" sz="11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E5DB3F6F-8E88-024A-B5A5-BBD6EC892A63}"/>
              </a:ext>
            </a:extLst>
          </p:cNvPr>
          <p:cNvCxnSpPr>
            <a:cxnSpLocks/>
            <a:stCxn id="159" idx="3"/>
            <a:endCxn id="161" idx="1"/>
          </p:cNvCxnSpPr>
          <p:nvPr/>
        </p:nvCxnSpPr>
        <p:spPr>
          <a:xfrm>
            <a:off x="4205158" y="6927680"/>
            <a:ext cx="366271" cy="3286"/>
          </a:xfrm>
          <a:prstGeom prst="straightConnector1">
            <a:avLst/>
          </a:prstGeom>
          <a:ln w="127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Rounded Rectangle 164">
            <a:extLst>
              <a:ext uri="{FF2B5EF4-FFF2-40B4-BE49-F238E27FC236}">
                <a16:creationId xmlns:a16="http://schemas.microsoft.com/office/drawing/2014/main" id="{F959EBD5-2E42-7248-B73F-416D0829F8B7}"/>
              </a:ext>
            </a:extLst>
          </p:cNvPr>
          <p:cNvSpPr/>
          <p:nvPr/>
        </p:nvSpPr>
        <p:spPr>
          <a:xfrm>
            <a:off x="2517837" y="7649944"/>
            <a:ext cx="1687321" cy="30621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synBadHiCMap</a:t>
            </a:r>
            <a:r>
              <a:rPr lang="en-US" sz="11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166" name="Rounded Rectangle 165">
            <a:extLst>
              <a:ext uri="{FF2B5EF4-FFF2-40B4-BE49-F238E27FC236}">
                <a16:creationId xmlns:a16="http://schemas.microsoft.com/office/drawing/2014/main" id="{629B140C-6F69-8540-94F2-8C9A0F9A50D7}"/>
              </a:ext>
            </a:extLst>
          </p:cNvPr>
          <p:cNvSpPr/>
          <p:nvPr/>
        </p:nvSpPr>
        <p:spPr>
          <a:xfrm>
            <a:off x="5222570" y="7702542"/>
            <a:ext cx="677286" cy="18153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 err="1">
                <a:solidFill>
                  <a:schemeClr val="tx1"/>
                </a:solidFill>
              </a:rPr>
              <a:t>hicpairs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67" name="Rounded Rectangle 166">
            <a:extLst>
              <a:ext uri="{FF2B5EF4-FFF2-40B4-BE49-F238E27FC236}">
                <a16:creationId xmlns:a16="http://schemas.microsoft.com/office/drawing/2014/main" id="{9BAD0A87-4D8E-5544-AF08-354F7401FBDA}"/>
              </a:ext>
            </a:extLst>
          </p:cNvPr>
          <p:cNvSpPr/>
          <p:nvPr/>
        </p:nvSpPr>
        <p:spPr>
          <a:xfrm>
            <a:off x="5229926" y="7886794"/>
            <a:ext cx="677286" cy="18153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 err="1">
                <a:solidFill>
                  <a:schemeClr val="tx1"/>
                </a:solidFill>
              </a:rPr>
              <a:t>hicbest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68" name="Triangle 167">
            <a:extLst>
              <a:ext uri="{FF2B5EF4-FFF2-40B4-BE49-F238E27FC236}">
                <a16:creationId xmlns:a16="http://schemas.microsoft.com/office/drawing/2014/main" id="{C40F5001-59AB-5049-B910-DF2D8470AB14}"/>
              </a:ext>
            </a:extLst>
          </p:cNvPr>
          <p:cNvSpPr/>
          <p:nvPr/>
        </p:nvSpPr>
        <p:spPr>
          <a:xfrm rot="9000000" flipV="1">
            <a:off x="5866768" y="7701341"/>
            <a:ext cx="177937" cy="153394"/>
          </a:xfrm>
          <a:prstGeom prst="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Triangle 168">
            <a:extLst>
              <a:ext uri="{FF2B5EF4-FFF2-40B4-BE49-F238E27FC236}">
                <a16:creationId xmlns:a16="http://schemas.microsoft.com/office/drawing/2014/main" id="{8874E494-C497-BB46-A222-5042B8B94BC5}"/>
              </a:ext>
            </a:extLst>
          </p:cNvPr>
          <p:cNvSpPr/>
          <p:nvPr/>
        </p:nvSpPr>
        <p:spPr>
          <a:xfrm>
            <a:off x="5478152" y="7506135"/>
            <a:ext cx="177937" cy="153394"/>
          </a:xfrm>
          <a:prstGeom prst="triangle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Triangle 169">
            <a:extLst>
              <a:ext uri="{FF2B5EF4-FFF2-40B4-BE49-F238E27FC236}">
                <a16:creationId xmlns:a16="http://schemas.microsoft.com/office/drawing/2014/main" id="{D4D77821-7063-E24E-9A51-9ABBC888BB8A}"/>
              </a:ext>
            </a:extLst>
          </p:cNvPr>
          <p:cNvSpPr/>
          <p:nvPr/>
        </p:nvSpPr>
        <p:spPr>
          <a:xfrm rot="9000000" flipV="1">
            <a:off x="5866768" y="7885337"/>
            <a:ext cx="177937" cy="153394"/>
          </a:xfrm>
          <a:prstGeom prst="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Triangle 170">
            <a:extLst>
              <a:ext uri="{FF2B5EF4-FFF2-40B4-BE49-F238E27FC236}">
                <a16:creationId xmlns:a16="http://schemas.microsoft.com/office/drawing/2014/main" id="{B6EF1DC0-8949-4048-B58D-9A33B5C9E8FD}"/>
              </a:ext>
            </a:extLst>
          </p:cNvPr>
          <p:cNvSpPr/>
          <p:nvPr/>
        </p:nvSpPr>
        <p:spPr>
          <a:xfrm rot="9000000" flipV="1">
            <a:off x="5013576" y="7709223"/>
            <a:ext cx="177937" cy="153394"/>
          </a:xfrm>
          <a:prstGeom prst="triangl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Triangle 171">
            <a:extLst>
              <a:ext uri="{FF2B5EF4-FFF2-40B4-BE49-F238E27FC236}">
                <a16:creationId xmlns:a16="http://schemas.microsoft.com/office/drawing/2014/main" id="{28A732F7-3B09-B64A-9239-914DD1084BDE}"/>
              </a:ext>
            </a:extLst>
          </p:cNvPr>
          <p:cNvSpPr/>
          <p:nvPr/>
        </p:nvSpPr>
        <p:spPr>
          <a:xfrm rot="9000000" flipV="1">
            <a:off x="5013576" y="7893217"/>
            <a:ext cx="177937" cy="153394"/>
          </a:xfrm>
          <a:prstGeom prst="triangl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75E39C54-B06B-BB4D-900C-C525E451C3D9}"/>
              </a:ext>
            </a:extLst>
          </p:cNvPr>
          <p:cNvCxnSpPr>
            <a:cxnSpLocks/>
            <a:stCxn id="159" idx="2"/>
            <a:endCxn id="165" idx="0"/>
          </p:cNvCxnSpPr>
          <p:nvPr/>
        </p:nvCxnSpPr>
        <p:spPr>
          <a:xfrm>
            <a:off x="3361498" y="7080787"/>
            <a:ext cx="0" cy="569157"/>
          </a:xfrm>
          <a:prstGeom prst="straightConnector1">
            <a:avLst/>
          </a:prstGeom>
          <a:ln w="127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Rounded Rectangle 175">
            <a:extLst>
              <a:ext uri="{FF2B5EF4-FFF2-40B4-BE49-F238E27FC236}">
                <a16:creationId xmlns:a16="http://schemas.microsoft.com/office/drawing/2014/main" id="{4BD07174-0C13-164A-84B5-19FA3A83790C}"/>
              </a:ext>
            </a:extLst>
          </p:cNvPr>
          <p:cNvSpPr/>
          <p:nvPr/>
        </p:nvSpPr>
        <p:spPr>
          <a:xfrm>
            <a:off x="6197908" y="7695884"/>
            <a:ext cx="677286" cy="18153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gap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1F98D06F-9CFF-7947-96F6-40DB4D9EB849}"/>
              </a:ext>
            </a:extLst>
          </p:cNvPr>
          <p:cNvSpPr/>
          <p:nvPr/>
        </p:nvSpPr>
        <p:spPr>
          <a:xfrm>
            <a:off x="6185596" y="8094486"/>
            <a:ext cx="773285" cy="307777"/>
          </a:xfrm>
          <a:prstGeom prst="rect">
            <a:avLst/>
          </a:prstGeom>
          <a:ln w="6350"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AU" sz="1000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HiCScore</a:t>
            </a:r>
            <a:b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AU" sz="1000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BestFlanks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8" name="Triangle 177">
            <a:extLst>
              <a:ext uri="{FF2B5EF4-FFF2-40B4-BE49-F238E27FC236}">
                <a16:creationId xmlns:a16="http://schemas.microsoft.com/office/drawing/2014/main" id="{C2BD0E0E-DB06-3046-8498-946594F6CF0E}"/>
              </a:ext>
            </a:extLst>
          </p:cNvPr>
          <p:cNvSpPr/>
          <p:nvPr/>
        </p:nvSpPr>
        <p:spPr>
          <a:xfrm flipV="1">
            <a:off x="6470507" y="7916401"/>
            <a:ext cx="177937" cy="153394"/>
          </a:xfrm>
          <a:prstGeom prst="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Rounded Rectangle 179">
            <a:extLst>
              <a:ext uri="{FF2B5EF4-FFF2-40B4-BE49-F238E27FC236}">
                <a16:creationId xmlns:a16="http://schemas.microsoft.com/office/drawing/2014/main" id="{576D07A3-1F3A-7E40-899B-2EFE24AC3D30}"/>
              </a:ext>
            </a:extLst>
          </p:cNvPr>
          <p:cNvSpPr/>
          <p:nvPr/>
        </p:nvSpPr>
        <p:spPr>
          <a:xfrm>
            <a:off x="2517837" y="8586646"/>
            <a:ext cx="1687321" cy="30621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synBadCompress</a:t>
            </a:r>
            <a:r>
              <a:rPr lang="en-US" sz="11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EFD9BF70-79CE-C24B-96FC-A616D7B34E49}"/>
              </a:ext>
            </a:extLst>
          </p:cNvPr>
          <p:cNvCxnSpPr>
            <a:cxnSpLocks/>
            <a:stCxn id="165" idx="2"/>
            <a:endCxn id="180" idx="0"/>
          </p:cNvCxnSpPr>
          <p:nvPr/>
        </p:nvCxnSpPr>
        <p:spPr>
          <a:xfrm>
            <a:off x="3361498" y="7956158"/>
            <a:ext cx="0" cy="630488"/>
          </a:xfrm>
          <a:prstGeom prst="straightConnector1">
            <a:avLst/>
          </a:prstGeom>
          <a:ln w="127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Rounded Rectangle 183">
            <a:extLst>
              <a:ext uri="{FF2B5EF4-FFF2-40B4-BE49-F238E27FC236}">
                <a16:creationId xmlns:a16="http://schemas.microsoft.com/office/drawing/2014/main" id="{F934875B-B707-174A-AA7F-68D47676E7D2}"/>
              </a:ext>
            </a:extLst>
          </p:cNvPr>
          <p:cNvSpPr/>
          <p:nvPr/>
        </p:nvSpPr>
        <p:spPr>
          <a:xfrm>
            <a:off x="5069233" y="8640624"/>
            <a:ext cx="677286" cy="18153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 err="1">
                <a:solidFill>
                  <a:schemeClr val="tx1"/>
                </a:solidFill>
              </a:rPr>
              <a:t>qry</a:t>
            </a:r>
            <a:r>
              <a:rPr lang="en-US" sz="1000" dirty="0">
                <a:solidFill>
                  <a:schemeClr val="tx1"/>
                </a:solidFill>
              </a:rPr>
              <a:t>/hit</a:t>
            </a:r>
          </a:p>
        </p:txBody>
      </p:sp>
      <p:sp>
        <p:nvSpPr>
          <p:cNvPr id="185" name="Triangle 184">
            <a:extLst>
              <a:ext uri="{FF2B5EF4-FFF2-40B4-BE49-F238E27FC236}">
                <a16:creationId xmlns:a16="http://schemas.microsoft.com/office/drawing/2014/main" id="{290CE1E3-8E15-914F-AAE8-A2A1189A361E}"/>
              </a:ext>
            </a:extLst>
          </p:cNvPr>
          <p:cNvSpPr/>
          <p:nvPr/>
        </p:nvSpPr>
        <p:spPr>
          <a:xfrm>
            <a:off x="5322688" y="8453988"/>
            <a:ext cx="177937" cy="153394"/>
          </a:xfrm>
          <a:prstGeom prst="triangle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Triangle 185">
            <a:extLst>
              <a:ext uri="{FF2B5EF4-FFF2-40B4-BE49-F238E27FC236}">
                <a16:creationId xmlns:a16="http://schemas.microsoft.com/office/drawing/2014/main" id="{30E7E285-B493-C143-9B4E-96C37014360C}"/>
              </a:ext>
            </a:extLst>
          </p:cNvPr>
          <p:cNvSpPr/>
          <p:nvPr/>
        </p:nvSpPr>
        <p:spPr>
          <a:xfrm flipV="1">
            <a:off x="5334244" y="8858678"/>
            <a:ext cx="177937" cy="153394"/>
          </a:xfrm>
          <a:prstGeom prst="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4EC38EB7-A68D-9340-A291-E55FA406F270}"/>
              </a:ext>
            </a:extLst>
          </p:cNvPr>
          <p:cNvSpPr/>
          <p:nvPr/>
        </p:nvSpPr>
        <p:spPr>
          <a:xfrm>
            <a:off x="4895386" y="9036763"/>
            <a:ext cx="1148652" cy="307777"/>
          </a:xfrm>
          <a:prstGeom prst="rect">
            <a:avLst/>
          </a:prstGeom>
          <a:ln w="6350"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Gap entries</a:t>
            </a:r>
          </a:p>
          <a:p>
            <a:pPr algn="ctr"/>
            <a:r>
              <a:rPr lang="en-AU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Compress hit regions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8" name="Triangle 187">
            <a:extLst>
              <a:ext uri="{FF2B5EF4-FFF2-40B4-BE49-F238E27FC236}">
                <a16:creationId xmlns:a16="http://schemas.microsoft.com/office/drawing/2014/main" id="{D865C1D8-652A-DA41-9E7E-DDDB1EB85EB0}"/>
              </a:ext>
            </a:extLst>
          </p:cNvPr>
          <p:cNvSpPr/>
          <p:nvPr/>
        </p:nvSpPr>
        <p:spPr>
          <a:xfrm>
            <a:off x="6165965" y="8442349"/>
            <a:ext cx="177937" cy="15339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Rounded Rectangle 188">
            <a:extLst>
              <a:ext uri="{FF2B5EF4-FFF2-40B4-BE49-F238E27FC236}">
                <a16:creationId xmlns:a16="http://schemas.microsoft.com/office/drawing/2014/main" id="{91B1D27C-4CBE-0043-9C10-1556DBA3D65A}"/>
              </a:ext>
            </a:extLst>
          </p:cNvPr>
          <p:cNvSpPr/>
          <p:nvPr/>
        </p:nvSpPr>
        <p:spPr>
          <a:xfrm>
            <a:off x="5909990" y="8637674"/>
            <a:ext cx="677286" cy="18153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gap</a:t>
            </a:r>
          </a:p>
        </p:txBody>
      </p:sp>
      <p:sp>
        <p:nvSpPr>
          <p:cNvPr id="190" name="Rounded Rectangle 189">
            <a:extLst>
              <a:ext uri="{FF2B5EF4-FFF2-40B4-BE49-F238E27FC236}">
                <a16:creationId xmlns:a16="http://schemas.microsoft.com/office/drawing/2014/main" id="{0DE95757-204C-1A42-9BDD-7AA9B898B5DA}"/>
              </a:ext>
            </a:extLst>
          </p:cNvPr>
          <p:cNvSpPr/>
          <p:nvPr/>
        </p:nvSpPr>
        <p:spPr>
          <a:xfrm>
            <a:off x="6864580" y="8640624"/>
            <a:ext cx="677286" cy="18153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full</a:t>
            </a:r>
          </a:p>
        </p:txBody>
      </p:sp>
      <p:sp>
        <p:nvSpPr>
          <p:cNvPr id="191" name="Triangle 190">
            <a:extLst>
              <a:ext uri="{FF2B5EF4-FFF2-40B4-BE49-F238E27FC236}">
                <a16:creationId xmlns:a16="http://schemas.microsoft.com/office/drawing/2014/main" id="{8BC951DC-DF6F-EC46-BADD-0FD7BA613C18}"/>
              </a:ext>
            </a:extLst>
          </p:cNvPr>
          <p:cNvSpPr/>
          <p:nvPr/>
        </p:nvSpPr>
        <p:spPr>
          <a:xfrm>
            <a:off x="7118035" y="8453988"/>
            <a:ext cx="177937" cy="15339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Triangle 191">
            <a:extLst>
              <a:ext uri="{FF2B5EF4-FFF2-40B4-BE49-F238E27FC236}">
                <a16:creationId xmlns:a16="http://schemas.microsoft.com/office/drawing/2014/main" id="{87B71CD7-61D1-754E-8E66-A63F438B34CC}"/>
              </a:ext>
            </a:extLst>
          </p:cNvPr>
          <p:cNvSpPr/>
          <p:nvPr/>
        </p:nvSpPr>
        <p:spPr>
          <a:xfrm rot="9000000" flipV="1">
            <a:off x="7500423" y="8632468"/>
            <a:ext cx="177937" cy="153394"/>
          </a:xfrm>
          <a:prstGeom prst="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Triangle 192">
            <a:extLst>
              <a:ext uri="{FF2B5EF4-FFF2-40B4-BE49-F238E27FC236}">
                <a16:creationId xmlns:a16="http://schemas.microsoft.com/office/drawing/2014/main" id="{8AB4BA4D-C578-0D49-A15C-14F988D2AF5F}"/>
              </a:ext>
            </a:extLst>
          </p:cNvPr>
          <p:cNvSpPr/>
          <p:nvPr/>
        </p:nvSpPr>
        <p:spPr>
          <a:xfrm rot="9000000" flipV="1">
            <a:off x="6647231" y="8640348"/>
            <a:ext cx="177937" cy="153394"/>
          </a:xfrm>
          <a:prstGeom prst="triangl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Rounded Rectangle 193">
            <a:extLst>
              <a:ext uri="{FF2B5EF4-FFF2-40B4-BE49-F238E27FC236}">
                <a16:creationId xmlns:a16="http://schemas.microsoft.com/office/drawing/2014/main" id="{592A4F7D-32D4-2049-998B-67B852D5129D}"/>
              </a:ext>
            </a:extLst>
          </p:cNvPr>
          <p:cNvSpPr/>
          <p:nvPr/>
        </p:nvSpPr>
        <p:spPr>
          <a:xfrm>
            <a:off x="2517837" y="9612559"/>
            <a:ext cx="1687321" cy="30621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tidyTables</a:t>
            </a:r>
            <a:r>
              <a:rPr lang="en-US" sz="11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DFF3D5A9-1DF9-C446-86DE-DED575ABE88F}"/>
              </a:ext>
            </a:extLst>
          </p:cNvPr>
          <p:cNvCxnSpPr>
            <a:cxnSpLocks/>
            <a:endCxn id="194" idx="0"/>
          </p:cNvCxnSpPr>
          <p:nvPr/>
        </p:nvCxnSpPr>
        <p:spPr>
          <a:xfrm>
            <a:off x="3361498" y="8982071"/>
            <a:ext cx="0" cy="630488"/>
          </a:xfrm>
          <a:prstGeom prst="straightConnector1">
            <a:avLst/>
          </a:prstGeom>
          <a:ln w="127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Rounded Rectangle 195">
            <a:extLst>
              <a:ext uri="{FF2B5EF4-FFF2-40B4-BE49-F238E27FC236}">
                <a16:creationId xmlns:a16="http://schemas.microsoft.com/office/drawing/2014/main" id="{B22DFF61-F388-0A45-842A-AD674A032462}"/>
              </a:ext>
            </a:extLst>
          </p:cNvPr>
          <p:cNvSpPr/>
          <p:nvPr/>
        </p:nvSpPr>
        <p:spPr>
          <a:xfrm>
            <a:off x="2517837" y="10661430"/>
            <a:ext cx="1687321" cy="30621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synBadSummarise</a:t>
            </a:r>
            <a:r>
              <a:rPr lang="en-US" sz="11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77504DA6-EBB0-B94C-949B-3109811CEEC4}"/>
              </a:ext>
            </a:extLst>
          </p:cNvPr>
          <p:cNvCxnSpPr>
            <a:cxnSpLocks/>
            <a:endCxn id="196" idx="0"/>
          </p:cNvCxnSpPr>
          <p:nvPr/>
        </p:nvCxnSpPr>
        <p:spPr>
          <a:xfrm>
            <a:off x="3361498" y="10030942"/>
            <a:ext cx="0" cy="630488"/>
          </a:xfrm>
          <a:prstGeom prst="straightConnector1">
            <a:avLst/>
          </a:prstGeom>
          <a:ln w="127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Rounded Rectangle 197">
            <a:extLst>
              <a:ext uri="{FF2B5EF4-FFF2-40B4-BE49-F238E27FC236}">
                <a16:creationId xmlns:a16="http://schemas.microsoft.com/office/drawing/2014/main" id="{BB4B1FF3-5CBC-374F-8A3C-FC21C64BDBDC}"/>
              </a:ext>
            </a:extLst>
          </p:cNvPr>
          <p:cNvSpPr/>
          <p:nvPr/>
        </p:nvSpPr>
        <p:spPr>
          <a:xfrm>
            <a:off x="2517837" y="11746311"/>
            <a:ext cx="1687321" cy="30621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mapCorrections</a:t>
            </a:r>
            <a:r>
              <a:rPr lang="en-US" sz="11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E2275765-BF76-024B-914E-F42EE0EA0A20}"/>
              </a:ext>
            </a:extLst>
          </p:cNvPr>
          <p:cNvCxnSpPr>
            <a:cxnSpLocks/>
            <a:endCxn id="198" idx="0"/>
          </p:cNvCxnSpPr>
          <p:nvPr/>
        </p:nvCxnSpPr>
        <p:spPr>
          <a:xfrm>
            <a:off x="3361498" y="11115823"/>
            <a:ext cx="0" cy="630488"/>
          </a:xfrm>
          <a:prstGeom prst="straightConnector1">
            <a:avLst/>
          </a:prstGeom>
          <a:ln w="127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Rounded Rectangle 199">
            <a:extLst>
              <a:ext uri="{FF2B5EF4-FFF2-40B4-BE49-F238E27FC236}">
                <a16:creationId xmlns:a16="http://schemas.microsoft.com/office/drawing/2014/main" id="{09906746-85AF-D64D-8688-3F3378298E54}"/>
              </a:ext>
            </a:extLst>
          </p:cNvPr>
          <p:cNvSpPr/>
          <p:nvPr/>
        </p:nvSpPr>
        <p:spPr>
          <a:xfrm>
            <a:off x="2517837" y="12854142"/>
            <a:ext cx="1687321" cy="30621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fragment()</a:t>
            </a:r>
          </a:p>
        </p:txBody>
      </p: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C79C21DC-7191-1B4B-AE1E-965BEF723B5E}"/>
              </a:ext>
            </a:extLst>
          </p:cNvPr>
          <p:cNvCxnSpPr>
            <a:cxnSpLocks/>
            <a:endCxn id="200" idx="0"/>
          </p:cNvCxnSpPr>
          <p:nvPr/>
        </p:nvCxnSpPr>
        <p:spPr>
          <a:xfrm>
            <a:off x="3361498" y="12223654"/>
            <a:ext cx="0" cy="630488"/>
          </a:xfrm>
          <a:prstGeom prst="straightConnector1">
            <a:avLst/>
          </a:prstGeom>
          <a:ln w="127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9910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8055</TotalTime>
  <Words>1320</Words>
  <Application>Microsoft Macintosh PowerPoint</Application>
  <PresentationFormat>A4 Paper (210x297 mm)</PresentationFormat>
  <Paragraphs>292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Richard Edwards</dc:creator>
  <cp:lastModifiedBy>Richard Edwards</cp:lastModifiedBy>
  <cp:revision>5</cp:revision>
  <dcterms:created xsi:type="dcterms:W3CDTF">2021-04-09T02:24:21Z</dcterms:created>
  <dcterms:modified xsi:type="dcterms:W3CDTF">2021-04-28T06:15:48Z</dcterms:modified>
</cp:coreProperties>
</file>